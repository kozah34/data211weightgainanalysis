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8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68"/>
  </p:normalViewPr>
  <p:slideViewPr>
    <p:cSldViewPr snapToGrid="0">
      <p:cViewPr varScale="1">
        <p:scale>
          <a:sx n="95" d="100"/>
          <a:sy n="95" d="100"/>
        </p:scale>
        <p:origin x="200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C81A0-FB7A-4357-8B37-1EC930D1E0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3999"/>
            <a:ext cx="10668000" cy="19859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C075C-7238-4F43-87E7-63A35BE69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809999"/>
            <a:ext cx="10667998" cy="1985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67EEB-ABA8-4DA9-803B-0C6CD8A12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b" anchorCtr="0"/>
          <a:lstStyle/>
          <a:p>
            <a:fld id="{F4D57BDD-E64A-4D27-8978-82FFCA18A12C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FD314-1E75-41B9-A585-4F4A32A34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CC8E8-C649-4A81-BF53-F078B2A98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239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6A6A6-C260-4F8B-99DF-249C907BE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6F8CB-5C97-4437-A672-4E43D0E5A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0C990-05C1-4ECD-A899-722057AEA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9811C-37A0-4DD1-8607-EFD4226E5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AB506-9570-4D3E-804F-A184A73DB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506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569B8-DEA4-4F12-9078-ECD731F2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30351"/>
            <a:ext cx="10668000" cy="22796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D1F3B-E79C-4822-999D-205B0E76C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4"/>
            <a:ext cx="10668000" cy="118318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45166-621E-4C71-A40F-64E514536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8A175-E39F-477F-997B-99FF8677A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9115F-5456-4FA3-8484-B1806E7C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066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8BC5C-CCF0-4BA5-B102-213AC6FD5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37E63-3B4F-4C2F-A87C-9533227EB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ACE3E-2FED-4289-B138-3EC282690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5DB51-20DA-4BEF-90BA-DDD37DC0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4/30/25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D22E1-F0DB-4CB7-B2E3-D578EEAA6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9146B-54D6-4291-8EA2-64300248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714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B4AE7-507A-4E14-96E2-5412FF8EA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7048"/>
            <a:ext cx="10668000" cy="7589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EEE83-2945-4C22-9597-57F1F1262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2494D-AD1D-4CB7-A17C-B69079113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1" y="3059113"/>
            <a:ext cx="4572000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E4950-830D-4EE3-9F51-DD730255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7998" y="2286000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F244AA-BDAA-4FDD-B742-449DF90573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58000" y="3059113"/>
            <a:ext cx="4571998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B78494-ECE0-41D2-97E2-CFAC0434A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4/30/25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5E4C20-6CC5-4259-B554-B19F1A7AA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09AB13-CCCC-4074-9B66-CE0B37902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059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FB5FF-4FD1-4CE4-BBC5-E6402FE06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3810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71AAD-C5B9-485B-84DD-60DAFD5F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4/30/25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7CACFF-0406-4EE2-9E8F-F594B952C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2A47E-1990-4B6B-BCCB-75B6F213A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594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C8FE4C-64F1-4C88-9D30-17F8131ED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4/30/25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D8FB3-6FA4-40A7-BDBF-76CD0F22F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49F41-A021-4490-BB80-C89DF0293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70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CEF60-874B-45DE-BF65-CF0D08577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3821113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757B0-722D-425F-8BD4-9CD9093BC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1524000"/>
            <a:ext cx="6096000" cy="3810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B0F60-AADF-41C3-8BFC-B405E0A3F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3048000"/>
            <a:ext cx="3821113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B1E11-97B6-42FD-9F45-6EDC3B83F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4/30/25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D7DA9-F910-4337-99A2-91F4EA36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3A2F2-339E-4406-9A90-534A38C5A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86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71599-6E07-4A55-9B93-4CA5EFE3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1524000"/>
            <a:ext cx="3810000" cy="1524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2C2D26-DACA-4941-955E-18F7E23675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3999" y="1524000"/>
            <a:ext cx="6095999" cy="3810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DB26D-C5B0-41D6-A75F-F89A87BE2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3048000"/>
            <a:ext cx="3810000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304B6-48DF-41FA-A089-8C83BBA63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4/30/25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FB82F-A17A-4BC7-A522-CD934BC3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C530C-8824-4BE3-884E-2AFF30B5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888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CE73F-2F7C-4941-9B13-ACB43A498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5239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C107E-F2BE-4057-B06B-1E50FD12B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3048000"/>
            <a:ext cx="10668000" cy="3048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9D7D8-1932-4215-A6E0-C16DA0DDB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8B662-65E3-47B2-AD95-B041B57F3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3DBC5-88B5-4F2A-A0E3-752CB4217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899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6599DF-5B13-4800-ADD7-3A2A2F1C48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523999"/>
            <a:ext cx="2705100" cy="4572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191E12-22D9-4DA9-A336-EA6A8B9B5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1524000"/>
            <a:ext cx="7620000" cy="4572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2A1D5-B7EF-43A4-81EF-B5A7EA35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09DFB-4410-42BF-B886-C984E3A53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487E8-E9A0-429E-88E5-34B1BE86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194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1B49B9-8C94-4604-AEEE-CB5051962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3204E-CAF5-48A1-928F-757507EC4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3047999"/>
            <a:ext cx="10668000" cy="3048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40D12-4B42-4790-8677-C9250F3CDD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401594"/>
            <a:ext cx="30480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F4D57BDD-E64A-4D27-8978-82FFCA18A12C}" type="datetimeFigureOut">
              <a:rPr lang="en-US" smtClean="0"/>
              <a:pPr/>
              <a:t>4/30/25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B17CD-6C27-4CD1-B20D-EA4B8E54F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0" y="6096000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A934F-C817-4C99-A2CF-C763A3F20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0" y="401594"/>
            <a:ext cx="2286000" cy="7620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3600">
                <a:solidFill>
                  <a:schemeClr val="tx1"/>
                </a:solidFill>
                <a:latin typeface="+mj-lt"/>
              </a:defRPr>
            </a:lvl1pPr>
          </a:lstStyle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335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7" r:id="rId10"/>
    <p:sldLayoutId id="214748378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DF3C18-1679-B783-8231-C0860A6349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838200"/>
            <a:ext cx="3810001" cy="1949449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pPr algn="l"/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CALORIE INTAKE AND WEIGHT GAIN ANALYSIS</a:t>
            </a:r>
          </a:p>
        </p:txBody>
      </p:sp>
      <p:pic>
        <p:nvPicPr>
          <p:cNvPr id="4" name="Picture 3" descr="Blue background with a tape measure">
            <a:extLst>
              <a:ext uri="{FF2B5EF4-FFF2-40B4-BE49-F238E27FC236}">
                <a16:creationId xmlns:a16="http://schemas.microsoft.com/office/drawing/2014/main" id="{3DF2D21F-452D-E79B-0D8B-AE18A3D99A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85" r="6783" b="-2"/>
          <a:stretch/>
        </p:blipFill>
        <p:spPr>
          <a:xfrm>
            <a:off x="5495841" y="762000"/>
            <a:ext cx="6095524" cy="4707593"/>
          </a:xfrm>
          <a:custGeom>
            <a:avLst/>
            <a:gdLst/>
            <a:ahLst/>
            <a:cxnLst/>
            <a:rect l="l" t="t" r="r" b="b"/>
            <a:pathLst>
              <a:path w="6095524" h="4707593">
                <a:moveTo>
                  <a:pt x="0" y="0"/>
                </a:moveTo>
                <a:lnTo>
                  <a:pt x="6095524" y="0"/>
                </a:lnTo>
                <a:lnTo>
                  <a:pt x="6095524" y="3296937"/>
                </a:lnTo>
                <a:lnTo>
                  <a:pt x="6095524" y="3518571"/>
                </a:lnTo>
                <a:lnTo>
                  <a:pt x="6061052" y="3534000"/>
                </a:lnTo>
                <a:cubicBezTo>
                  <a:pt x="6054332" y="3536785"/>
                  <a:pt x="6046938" y="3538321"/>
                  <a:pt x="6040890" y="3542065"/>
                </a:cubicBezTo>
                <a:cubicBezTo>
                  <a:pt x="6013044" y="3559156"/>
                  <a:pt x="5986064" y="3577591"/>
                  <a:pt x="5957836" y="3594010"/>
                </a:cubicBezTo>
                <a:cubicBezTo>
                  <a:pt x="5928744" y="3611004"/>
                  <a:pt x="5902724" y="3631071"/>
                  <a:pt x="5882656" y="3658244"/>
                </a:cubicBezTo>
                <a:cubicBezTo>
                  <a:pt x="5864029" y="3683496"/>
                  <a:pt x="5845978" y="3709131"/>
                  <a:pt x="5827448" y="3734479"/>
                </a:cubicBezTo>
                <a:cubicBezTo>
                  <a:pt x="5822743" y="3740912"/>
                  <a:pt x="5818422" y="3748498"/>
                  <a:pt x="5811989" y="3752627"/>
                </a:cubicBezTo>
                <a:cubicBezTo>
                  <a:pt x="5798643" y="3761268"/>
                  <a:pt x="5784048" y="3768277"/>
                  <a:pt x="5769742" y="3775382"/>
                </a:cubicBezTo>
                <a:cubicBezTo>
                  <a:pt x="5757452" y="3781431"/>
                  <a:pt x="5744394" y="3785943"/>
                  <a:pt x="5732393" y="3792472"/>
                </a:cubicBezTo>
                <a:cubicBezTo>
                  <a:pt x="5722792" y="3797658"/>
                  <a:pt x="5714246" y="3804859"/>
                  <a:pt x="5705316" y="3811388"/>
                </a:cubicBezTo>
                <a:cubicBezTo>
                  <a:pt x="5697539" y="3817052"/>
                  <a:pt x="5688994" y="3821949"/>
                  <a:pt x="5682465" y="3828767"/>
                </a:cubicBezTo>
                <a:cubicBezTo>
                  <a:pt x="5666526" y="3845281"/>
                  <a:pt x="5650491" y="3861508"/>
                  <a:pt x="5630712" y="3873702"/>
                </a:cubicBezTo>
                <a:cubicBezTo>
                  <a:pt x="5611221" y="3885799"/>
                  <a:pt x="5592786" y="3899338"/>
                  <a:pt x="5573392" y="3911628"/>
                </a:cubicBezTo>
                <a:cubicBezTo>
                  <a:pt x="5554380" y="3923630"/>
                  <a:pt x="5537194" y="3936783"/>
                  <a:pt x="5527304" y="3958099"/>
                </a:cubicBezTo>
                <a:cubicBezTo>
                  <a:pt x="5522888" y="3967508"/>
                  <a:pt x="5516646" y="3977782"/>
                  <a:pt x="5508293" y="3983255"/>
                </a:cubicBezTo>
                <a:cubicBezTo>
                  <a:pt x="5496387" y="3991032"/>
                  <a:pt x="5481313" y="3993817"/>
                  <a:pt x="5468350" y="4000442"/>
                </a:cubicBezTo>
                <a:cubicBezTo>
                  <a:pt x="5453084" y="4008219"/>
                  <a:pt x="5435418" y="4014940"/>
                  <a:pt x="5425048" y="4027326"/>
                </a:cubicBezTo>
                <a:cubicBezTo>
                  <a:pt x="5415830" y="4038368"/>
                  <a:pt x="5406517" y="4047009"/>
                  <a:pt x="5394322" y="4054018"/>
                </a:cubicBezTo>
                <a:cubicBezTo>
                  <a:pt x="5385778" y="4058915"/>
                  <a:pt x="5379441" y="4067844"/>
                  <a:pt x="5370608" y="4071877"/>
                </a:cubicBezTo>
                <a:cubicBezTo>
                  <a:pt x="5358990" y="4077254"/>
                  <a:pt x="5347276" y="4081479"/>
                  <a:pt x="5337098" y="4089832"/>
                </a:cubicBezTo>
                <a:cubicBezTo>
                  <a:pt x="5326536" y="4098473"/>
                  <a:pt x="5314535" y="4105290"/>
                  <a:pt x="5303493" y="4113356"/>
                </a:cubicBezTo>
                <a:cubicBezTo>
                  <a:pt x="5297636" y="4117676"/>
                  <a:pt x="5292835" y="4123341"/>
                  <a:pt x="5287171" y="4127854"/>
                </a:cubicBezTo>
                <a:cubicBezTo>
                  <a:pt x="5276801" y="4136111"/>
                  <a:pt x="5266239" y="4144176"/>
                  <a:pt x="5255581" y="4151953"/>
                </a:cubicBezTo>
                <a:cubicBezTo>
                  <a:pt x="5244924" y="4159731"/>
                  <a:pt x="5234746" y="4168756"/>
                  <a:pt x="5223032" y="4174421"/>
                </a:cubicBezTo>
                <a:cubicBezTo>
                  <a:pt x="5203062" y="4184023"/>
                  <a:pt x="5181266" y="4189784"/>
                  <a:pt x="5161870" y="4200153"/>
                </a:cubicBezTo>
                <a:cubicBezTo>
                  <a:pt x="5142188" y="4210714"/>
                  <a:pt x="5123656" y="4223965"/>
                  <a:pt x="5106182" y="4237983"/>
                </a:cubicBezTo>
                <a:cubicBezTo>
                  <a:pt x="5092356" y="4249025"/>
                  <a:pt x="5079394" y="4259971"/>
                  <a:pt x="5062014" y="4265635"/>
                </a:cubicBezTo>
                <a:cubicBezTo>
                  <a:pt x="5052317" y="4268804"/>
                  <a:pt x="5042140" y="4275717"/>
                  <a:pt x="5036282" y="4283783"/>
                </a:cubicBezTo>
                <a:cubicBezTo>
                  <a:pt x="5023608" y="4301353"/>
                  <a:pt x="5007382" y="4313739"/>
                  <a:pt x="4989043" y="4324301"/>
                </a:cubicBezTo>
                <a:cubicBezTo>
                  <a:pt x="4964559" y="4338511"/>
                  <a:pt x="4940363" y="4353009"/>
                  <a:pt x="4915783" y="4366931"/>
                </a:cubicBezTo>
                <a:cubicBezTo>
                  <a:pt x="4901286" y="4375189"/>
                  <a:pt x="4886884" y="4383926"/>
                  <a:pt x="4871520" y="4389975"/>
                </a:cubicBezTo>
                <a:cubicBezTo>
                  <a:pt x="4840124" y="4402457"/>
                  <a:pt x="4807959" y="4413114"/>
                  <a:pt x="4776274" y="4424733"/>
                </a:cubicBezTo>
                <a:cubicBezTo>
                  <a:pt x="4765904" y="4428477"/>
                  <a:pt x="4756110" y="4433854"/>
                  <a:pt x="4745548" y="4437119"/>
                </a:cubicBezTo>
                <a:cubicBezTo>
                  <a:pt x="4734122" y="4440671"/>
                  <a:pt x="4721834" y="4441727"/>
                  <a:pt x="4710408" y="4445280"/>
                </a:cubicBezTo>
                <a:cubicBezTo>
                  <a:pt x="4691396" y="4451136"/>
                  <a:pt x="4672961" y="4458626"/>
                  <a:pt x="4653950" y="4464579"/>
                </a:cubicBezTo>
                <a:cubicBezTo>
                  <a:pt x="4617272" y="4476005"/>
                  <a:pt x="4580498" y="4486951"/>
                  <a:pt x="4543725" y="4497800"/>
                </a:cubicBezTo>
                <a:cubicBezTo>
                  <a:pt x="4535852" y="4500105"/>
                  <a:pt x="4527306" y="4500393"/>
                  <a:pt x="4519530" y="4502889"/>
                </a:cubicBezTo>
                <a:cubicBezTo>
                  <a:pt x="4498886" y="4509610"/>
                  <a:pt x="4478338" y="4516907"/>
                  <a:pt x="4457887" y="4524300"/>
                </a:cubicBezTo>
                <a:cubicBezTo>
                  <a:pt x="4445502" y="4528813"/>
                  <a:pt x="4433403" y="4534382"/>
                  <a:pt x="4420922" y="4538702"/>
                </a:cubicBezTo>
                <a:cubicBezTo>
                  <a:pt x="4410936" y="4542159"/>
                  <a:pt x="4400662" y="4544847"/>
                  <a:pt x="4390292" y="4546960"/>
                </a:cubicBezTo>
                <a:cubicBezTo>
                  <a:pt x="4381363" y="4548785"/>
                  <a:pt x="4372050" y="4548592"/>
                  <a:pt x="4363216" y="4550801"/>
                </a:cubicBezTo>
                <a:cubicBezTo>
                  <a:pt x="4339308" y="4556753"/>
                  <a:pt x="4315689" y="4563475"/>
                  <a:pt x="4291973" y="4569811"/>
                </a:cubicBezTo>
                <a:cubicBezTo>
                  <a:pt x="4282468" y="4572308"/>
                  <a:pt x="4272770" y="4574133"/>
                  <a:pt x="4263552" y="4577301"/>
                </a:cubicBezTo>
                <a:cubicBezTo>
                  <a:pt x="4238876" y="4585654"/>
                  <a:pt x="4214585" y="4595159"/>
                  <a:pt x="4189813" y="4603033"/>
                </a:cubicBezTo>
                <a:cubicBezTo>
                  <a:pt x="4169266" y="4609562"/>
                  <a:pt x="4148142" y="4614266"/>
                  <a:pt x="4127306" y="4620027"/>
                </a:cubicBezTo>
                <a:cubicBezTo>
                  <a:pt x="4118473" y="4622524"/>
                  <a:pt x="4110024" y="4626077"/>
                  <a:pt x="4101192" y="4628188"/>
                </a:cubicBezTo>
                <a:cubicBezTo>
                  <a:pt x="4081412" y="4632990"/>
                  <a:pt x="4061345" y="4637022"/>
                  <a:pt x="4041470" y="4641823"/>
                </a:cubicBezTo>
                <a:cubicBezTo>
                  <a:pt x="4030139" y="4644607"/>
                  <a:pt x="4019194" y="4649600"/>
                  <a:pt x="4007672" y="4651425"/>
                </a:cubicBezTo>
                <a:cubicBezTo>
                  <a:pt x="3980308" y="4655745"/>
                  <a:pt x="3952752" y="4658817"/>
                  <a:pt x="3925195" y="4662274"/>
                </a:cubicBezTo>
                <a:cubicBezTo>
                  <a:pt x="3896776" y="4665826"/>
                  <a:pt x="3868451" y="4669571"/>
                  <a:pt x="3840029" y="4672739"/>
                </a:cubicBezTo>
                <a:cubicBezTo>
                  <a:pt x="3824475" y="4674372"/>
                  <a:pt x="3808824" y="4674660"/>
                  <a:pt x="3793270" y="4676196"/>
                </a:cubicBezTo>
                <a:cubicBezTo>
                  <a:pt x="3779636" y="4677541"/>
                  <a:pt x="3766098" y="4680037"/>
                  <a:pt x="3752464" y="4681670"/>
                </a:cubicBezTo>
                <a:cubicBezTo>
                  <a:pt x="3740654" y="4683013"/>
                  <a:pt x="3728748" y="4683781"/>
                  <a:pt x="3716938" y="4685126"/>
                </a:cubicBezTo>
                <a:cubicBezTo>
                  <a:pt x="3698024" y="4687334"/>
                  <a:pt x="3679204" y="4689831"/>
                  <a:pt x="3660386" y="4692135"/>
                </a:cubicBezTo>
                <a:cubicBezTo>
                  <a:pt x="3652513" y="4692999"/>
                  <a:pt x="3644255" y="4695399"/>
                  <a:pt x="3636862" y="4693960"/>
                </a:cubicBezTo>
                <a:cubicBezTo>
                  <a:pt x="3618235" y="4690310"/>
                  <a:pt x="3599896" y="4691367"/>
                  <a:pt x="3581365" y="4693863"/>
                </a:cubicBezTo>
                <a:cubicBezTo>
                  <a:pt x="3575028" y="4694728"/>
                  <a:pt x="3568211" y="4694535"/>
                  <a:pt x="3562066" y="4692903"/>
                </a:cubicBezTo>
                <a:cubicBezTo>
                  <a:pt x="3549488" y="4689638"/>
                  <a:pt x="3537294" y="4685029"/>
                  <a:pt x="3524908" y="4680997"/>
                </a:cubicBezTo>
                <a:cubicBezTo>
                  <a:pt x="3523563" y="4680517"/>
                  <a:pt x="3521931" y="4680421"/>
                  <a:pt x="3520492" y="4680133"/>
                </a:cubicBezTo>
                <a:cubicBezTo>
                  <a:pt x="3512330" y="4678500"/>
                  <a:pt x="3504266" y="4676868"/>
                  <a:pt x="3496103" y="4675428"/>
                </a:cubicBezTo>
                <a:cubicBezTo>
                  <a:pt x="3491687" y="4674660"/>
                  <a:pt x="3487174" y="4674564"/>
                  <a:pt x="3482757" y="4673892"/>
                </a:cubicBezTo>
                <a:cubicBezTo>
                  <a:pt x="3465667" y="4671203"/>
                  <a:pt x="3446848" y="4675716"/>
                  <a:pt x="3432061" y="4664099"/>
                </a:cubicBezTo>
                <a:cubicBezTo>
                  <a:pt x="3422460" y="4656609"/>
                  <a:pt x="3413146" y="4658338"/>
                  <a:pt x="3402873" y="4659490"/>
                </a:cubicBezTo>
                <a:cubicBezTo>
                  <a:pt x="3395096" y="4660354"/>
                  <a:pt x="3387126" y="4660065"/>
                  <a:pt x="3379253" y="4660162"/>
                </a:cubicBezTo>
                <a:cubicBezTo>
                  <a:pt x="3365427" y="4660449"/>
                  <a:pt x="3351601" y="4660546"/>
                  <a:pt x="3337774" y="4661026"/>
                </a:cubicBezTo>
                <a:cubicBezTo>
                  <a:pt x="3333357" y="4661218"/>
                  <a:pt x="3328846" y="4663619"/>
                  <a:pt x="3324524" y="4663235"/>
                </a:cubicBezTo>
                <a:cubicBezTo>
                  <a:pt x="3304553" y="4661410"/>
                  <a:pt x="3284582" y="4658529"/>
                  <a:pt x="3264610" y="4656897"/>
                </a:cubicBezTo>
                <a:cubicBezTo>
                  <a:pt x="3253281" y="4655938"/>
                  <a:pt x="3241663" y="4657761"/>
                  <a:pt x="3230429" y="4656417"/>
                </a:cubicBezTo>
                <a:cubicBezTo>
                  <a:pt x="3217468" y="4654881"/>
                  <a:pt x="3204794" y="4650945"/>
                  <a:pt x="3191927" y="4648544"/>
                </a:cubicBezTo>
                <a:cubicBezTo>
                  <a:pt x="3188375" y="4647872"/>
                  <a:pt x="3184438" y="4648736"/>
                  <a:pt x="3180694" y="4648928"/>
                </a:cubicBezTo>
                <a:cubicBezTo>
                  <a:pt x="3176469" y="4649120"/>
                  <a:pt x="3172340" y="4649504"/>
                  <a:pt x="3168116" y="4649600"/>
                </a:cubicBezTo>
                <a:cubicBezTo>
                  <a:pt x="3155249" y="4649793"/>
                  <a:pt x="3142384" y="4649504"/>
                  <a:pt x="3129517" y="4650177"/>
                </a:cubicBezTo>
                <a:cubicBezTo>
                  <a:pt x="3121644" y="4650561"/>
                  <a:pt x="3113388" y="4654497"/>
                  <a:pt x="3106089" y="4653057"/>
                </a:cubicBezTo>
                <a:cubicBezTo>
                  <a:pt x="3091208" y="4650272"/>
                  <a:pt x="3076325" y="4656513"/>
                  <a:pt x="3061444" y="4651329"/>
                </a:cubicBezTo>
                <a:cubicBezTo>
                  <a:pt x="3056834" y="4649793"/>
                  <a:pt x="3050497" y="4653633"/>
                  <a:pt x="3044928" y="4653825"/>
                </a:cubicBezTo>
                <a:cubicBezTo>
                  <a:pt x="3031006" y="4654305"/>
                  <a:pt x="3017084" y="4654209"/>
                  <a:pt x="3003162" y="4654113"/>
                </a:cubicBezTo>
                <a:cubicBezTo>
                  <a:pt x="2990680" y="4654017"/>
                  <a:pt x="2977717" y="4655361"/>
                  <a:pt x="2965716" y="4652673"/>
                </a:cubicBezTo>
                <a:cubicBezTo>
                  <a:pt x="2953137" y="4649793"/>
                  <a:pt x="2941808" y="4650177"/>
                  <a:pt x="2929614" y="4653441"/>
                </a:cubicBezTo>
                <a:cubicBezTo>
                  <a:pt x="2921260" y="4655649"/>
                  <a:pt x="2912427" y="4655938"/>
                  <a:pt x="2903786" y="4656609"/>
                </a:cubicBezTo>
                <a:cubicBezTo>
                  <a:pt x="2894473" y="4657377"/>
                  <a:pt x="2884199" y="4655361"/>
                  <a:pt x="2875750" y="4658529"/>
                </a:cubicBezTo>
                <a:cubicBezTo>
                  <a:pt x="2850593" y="4667939"/>
                  <a:pt x="2824765" y="4669955"/>
                  <a:pt x="2798458" y="4669955"/>
                </a:cubicBezTo>
                <a:cubicBezTo>
                  <a:pt x="2793656" y="4669955"/>
                  <a:pt x="2788759" y="4668612"/>
                  <a:pt x="2784152" y="4667171"/>
                </a:cubicBezTo>
                <a:cubicBezTo>
                  <a:pt x="2757266" y="4658529"/>
                  <a:pt x="2730286" y="4659297"/>
                  <a:pt x="2702922" y="4664578"/>
                </a:cubicBezTo>
                <a:cubicBezTo>
                  <a:pt x="2697257" y="4665731"/>
                  <a:pt x="2690921" y="4665923"/>
                  <a:pt x="2685256" y="4664771"/>
                </a:cubicBezTo>
                <a:cubicBezTo>
                  <a:pt x="2669317" y="4661410"/>
                  <a:pt x="2653858" y="4655841"/>
                  <a:pt x="2637824" y="4653441"/>
                </a:cubicBezTo>
                <a:cubicBezTo>
                  <a:pt x="2611324" y="4649504"/>
                  <a:pt x="2588377" y="4662754"/>
                  <a:pt x="2564661" y="4671396"/>
                </a:cubicBezTo>
                <a:cubicBezTo>
                  <a:pt x="2542097" y="4679557"/>
                  <a:pt x="2522894" y="4697992"/>
                  <a:pt x="2496201" y="4693863"/>
                </a:cubicBezTo>
                <a:cubicBezTo>
                  <a:pt x="2493514" y="4693479"/>
                  <a:pt x="2490537" y="4696071"/>
                  <a:pt x="2487560" y="4696744"/>
                </a:cubicBezTo>
                <a:cubicBezTo>
                  <a:pt x="2479399" y="4698568"/>
                  <a:pt x="2471238" y="4700776"/>
                  <a:pt x="2462980" y="4701641"/>
                </a:cubicBezTo>
                <a:cubicBezTo>
                  <a:pt x="2452899" y="4702793"/>
                  <a:pt x="2442625" y="4702409"/>
                  <a:pt x="2432544" y="4703369"/>
                </a:cubicBezTo>
                <a:cubicBezTo>
                  <a:pt x="2419581" y="4704521"/>
                  <a:pt x="2406812" y="4707593"/>
                  <a:pt x="2393945" y="4707593"/>
                </a:cubicBezTo>
                <a:cubicBezTo>
                  <a:pt x="2383575" y="4707593"/>
                  <a:pt x="2373302" y="4704041"/>
                  <a:pt x="2363029" y="4702312"/>
                </a:cubicBezTo>
                <a:cubicBezTo>
                  <a:pt x="2348530" y="4699912"/>
                  <a:pt x="2332591" y="4700584"/>
                  <a:pt x="2319821" y="4694439"/>
                </a:cubicBezTo>
                <a:cubicBezTo>
                  <a:pt x="2306188" y="4687910"/>
                  <a:pt x="2293225" y="4684934"/>
                  <a:pt x="2279111" y="4686950"/>
                </a:cubicBezTo>
                <a:cubicBezTo>
                  <a:pt x="2274406" y="4687622"/>
                  <a:pt x="2268357" y="4691655"/>
                  <a:pt x="2266245" y="4695783"/>
                </a:cubicBezTo>
                <a:cubicBezTo>
                  <a:pt x="2261540" y="4705001"/>
                  <a:pt x="2255108" y="4706634"/>
                  <a:pt x="2246370" y="4703464"/>
                </a:cubicBezTo>
                <a:cubicBezTo>
                  <a:pt x="2238785" y="4700776"/>
                  <a:pt x="2229471" y="4699432"/>
                  <a:pt x="2224287" y="4694247"/>
                </a:cubicBezTo>
                <a:cubicBezTo>
                  <a:pt x="2209596" y="4679557"/>
                  <a:pt x="2190873" y="4679077"/>
                  <a:pt x="2172630" y="4675141"/>
                </a:cubicBezTo>
                <a:cubicBezTo>
                  <a:pt x="2161494" y="4672739"/>
                  <a:pt x="2151123" y="4672644"/>
                  <a:pt x="2139985" y="4674276"/>
                </a:cubicBezTo>
                <a:cubicBezTo>
                  <a:pt x="2115790" y="4677925"/>
                  <a:pt x="2092266" y="4672739"/>
                  <a:pt x="2069030" y="4666115"/>
                </a:cubicBezTo>
                <a:cubicBezTo>
                  <a:pt x="2053667" y="4661698"/>
                  <a:pt x="2037921" y="4659010"/>
                  <a:pt x="2022655" y="4654497"/>
                </a:cubicBezTo>
                <a:cubicBezTo>
                  <a:pt x="2011229" y="4651041"/>
                  <a:pt x="1999804" y="4646912"/>
                  <a:pt x="1989339" y="4641343"/>
                </a:cubicBezTo>
                <a:cubicBezTo>
                  <a:pt x="1974167" y="4633181"/>
                  <a:pt x="1960918" y="4620891"/>
                  <a:pt x="1941618" y="4624156"/>
                </a:cubicBezTo>
                <a:cubicBezTo>
                  <a:pt x="1924623" y="4627036"/>
                  <a:pt x="1909262" y="4620988"/>
                  <a:pt x="1893707" y="4615227"/>
                </a:cubicBezTo>
                <a:cubicBezTo>
                  <a:pt x="1882281" y="4611002"/>
                  <a:pt x="1870857" y="4606681"/>
                  <a:pt x="1859045" y="4603993"/>
                </a:cubicBezTo>
                <a:cubicBezTo>
                  <a:pt x="1845027" y="4600824"/>
                  <a:pt x="1829184" y="4602169"/>
                  <a:pt x="1816702" y="4596311"/>
                </a:cubicBezTo>
                <a:cubicBezTo>
                  <a:pt x="1803644" y="4590166"/>
                  <a:pt x="1792795" y="4594295"/>
                  <a:pt x="1781177" y="4596024"/>
                </a:cubicBezTo>
                <a:cubicBezTo>
                  <a:pt x="1762646" y="4598712"/>
                  <a:pt x="1744210" y="4603705"/>
                  <a:pt x="1725488" y="4597368"/>
                </a:cubicBezTo>
                <a:cubicBezTo>
                  <a:pt x="1702733" y="4589687"/>
                  <a:pt x="1680169" y="4581430"/>
                  <a:pt x="1657318" y="4574133"/>
                </a:cubicBezTo>
                <a:cubicBezTo>
                  <a:pt x="1648483" y="4571347"/>
                  <a:pt x="1638980" y="4570195"/>
                  <a:pt x="1629761" y="4568947"/>
                </a:cubicBezTo>
                <a:cubicBezTo>
                  <a:pt x="1621025" y="4567891"/>
                  <a:pt x="1610559" y="4570579"/>
                  <a:pt x="1603837" y="4566547"/>
                </a:cubicBezTo>
                <a:cubicBezTo>
                  <a:pt x="1586554" y="4556178"/>
                  <a:pt x="1568792" y="4551089"/>
                  <a:pt x="1548820" y="4551089"/>
                </a:cubicBezTo>
                <a:cubicBezTo>
                  <a:pt x="1541330" y="4551089"/>
                  <a:pt x="1534033" y="4546768"/>
                  <a:pt x="1526449" y="4545999"/>
                </a:cubicBezTo>
                <a:cubicBezTo>
                  <a:pt x="1516078" y="4545040"/>
                  <a:pt x="1504172" y="4542447"/>
                  <a:pt x="1495147" y="4546096"/>
                </a:cubicBezTo>
                <a:cubicBezTo>
                  <a:pt x="1473928" y="4554737"/>
                  <a:pt x="1456742" y="4547536"/>
                  <a:pt x="1438211" y="4538991"/>
                </a:cubicBezTo>
                <a:cubicBezTo>
                  <a:pt x="1419967" y="4530541"/>
                  <a:pt x="1400764" y="4523821"/>
                  <a:pt x="1381370" y="4518251"/>
                </a:cubicBezTo>
                <a:cubicBezTo>
                  <a:pt x="1374073" y="4516235"/>
                  <a:pt x="1365336" y="4519596"/>
                  <a:pt x="1357270" y="4520267"/>
                </a:cubicBezTo>
                <a:cubicBezTo>
                  <a:pt x="1354389" y="4520460"/>
                  <a:pt x="1351220" y="4520748"/>
                  <a:pt x="1348629" y="4519788"/>
                </a:cubicBezTo>
                <a:cubicBezTo>
                  <a:pt x="1323569" y="4510570"/>
                  <a:pt x="1298124" y="4503561"/>
                  <a:pt x="1270953" y="4508361"/>
                </a:cubicBezTo>
                <a:cubicBezTo>
                  <a:pt x="1268457" y="4508842"/>
                  <a:pt x="1265672" y="4507786"/>
                  <a:pt x="1263175" y="4507114"/>
                </a:cubicBezTo>
                <a:cubicBezTo>
                  <a:pt x="1250981" y="4503657"/>
                  <a:pt x="1239075" y="4498184"/>
                  <a:pt x="1226690" y="4496936"/>
                </a:cubicBezTo>
                <a:cubicBezTo>
                  <a:pt x="1196157" y="4493864"/>
                  <a:pt x="1165433" y="4492615"/>
                  <a:pt x="1134706" y="4490599"/>
                </a:cubicBezTo>
                <a:cubicBezTo>
                  <a:pt x="1132786" y="4490503"/>
                  <a:pt x="1130770" y="4490503"/>
                  <a:pt x="1129042" y="4489831"/>
                </a:cubicBezTo>
                <a:cubicBezTo>
                  <a:pt x="1117712" y="4485702"/>
                  <a:pt x="1107823" y="4487047"/>
                  <a:pt x="1098220" y="4494919"/>
                </a:cubicBezTo>
                <a:cubicBezTo>
                  <a:pt x="1093996" y="4498376"/>
                  <a:pt x="1088235" y="4500200"/>
                  <a:pt x="1082955" y="4502121"/>
                </a:cubicBezTo>
                <a:cubicBezTo>
                  <a:pt x="1075177" y="4505002"/>
                  <a:pt x="1067208" y="4507786"/>
                  <a:pt x="1059143" y="4509610"/>
                </a:cubicBezTo>
                <a:cubicBezTo>
                  <a:pt x="1051173" y="4511338"/>
                  <a:pt x="1042628" y="4513738"/>
                  <a:pt x="1034947" y="4512395"/>
                </a:cubicBezTo>
                <a:cubicBezTo>
                  <a:pt x="1021121" y="4509994"/>
                  <a:pt x="1007966" y="4504618"/>
                  <a:pt x="994332" y="4501064"/>
                </a:cubicBezTo>
                <a:cubicBezTo>
                  <a:pt x="989628" y="4499816"/>
                  <a:pt x="984442" y="4500009"/>
                  <a:pt x="979546" y="4499912"/>
                </a:cubicBezTo>
                <a:cubicBezTo>
                  <a:pt x="968312" y="4499625"/>
                  <a:pt x="956790" y="4502409"/>
                  <a:pt x="946613" y="4494440"/>
                </a:cubicBezTo>
                <a:cubicBezTo>
                  <a:pt x="937204" y="4486951"/>
                  <a:pt x="927697" y="4489158"/>
                  <a:pt x="917808" y="4494824"/>
                </a:cubicBezTo>
                <a:cubicBezTo>
                  <a:pt x="910703" y="4498857"/>
                  <a:pt x="902639" y="4502025"/>
                  <a:pt x="894669" y="4503561"/>
                </a:cubicBezTo>
                <a:cubicBezTo>
                  <a:pt x="883723" y="4505673"/>
                  <a:pt x="872873" y="4506538"/>
                  <a:pt x="861063" y="4505289"/>
                </a:cubicBezTo>
                <a:cubicBezTo>
                  <a:pt x="852710" y="4504425"/>
                  <a:pt x="845892" y="4504041"/>
                  <a:pt x="839363" y="4498952"/>
                </a:cubicBezTo>
                <a:cubicBezTo>
                  <a:pt x="838308" y="4498184"/>
                  <a:pt x="836388" y="4497992"/>
                  <a:pt x="834947" y="4498089"/>
                </a:cubicBezTo>
                <a:cubicBezTo>
                  <a:pt x="816032" y="4499721"/>
                  <a:pt x="797309" y="4498857"/>
                  <a:pt x="778202" y="4497704"/>
                </a:cubicBezTo>
                <a:cubicBezTo>
                  <a:pt x="753911" y="4496168"/>
                  <a:pt x="728370" y="4500680"/>
                  <a:pt x="707343" y="4516811"/>
                </a:cubicBezTo>
                <a:cubicBezTo>
                  <a:pt x="704271" y="4519212"/>
                  <a:pt x="699662" y="4520267"/>
                  <a:pt x="695629" y="4520844"/>
                </a:cubicBezTo>
                <a:cubicBezTo>
                  <a:pt x="676618" y="4523340"/>
                  <a:pt x="657511" y="4525069"/>
                  <a:pt x="638500" y="4527853"/>
                </a:cubicBezTo>
                <a:cubicBezTo>
                  <a:pt x="628130" y="4529389"/>
                  <a:pt x="617280" y="4530734"/>
                  <a:pt x="607872" y="4534958"/>
                </a:cubicBezTo>
                <a:cubicBezTo>
                  <a:pt x="598655" y="4539086"/>
                  <a:pt x="591260" y="4543983"/>
                  <a:pt x="585788" y="4535342"/>
                </a:cubicBezTo>
                <a:cubicBezTo>
                  <a:pt x="575995" y="4539951"/>
                  <a:pt x="567448" y="4543792"/>
                  <a:pt x="559097" y="4547920"/>
                </a:cubicBezTo>
                <a:cubicBezTo>
                  <a:pt x="556023" y="4549456"/>
                  <a:pt x="553431" y="4551953"/>
                  <a:pt x="550358" y="4553393"/>
                </a:cubicBezTo>
                <a:cubicBezTo>
                  <a:pt x="547093" y="4554930"/>
                  <a:pt x="543445" y="4555889"/>
                  <a:pt x="539893" y="4556657"/>
                </a:cubicBezTo>
                <a:cubicBezTo>
                  <a:pt x="524050" y="4560114"/>
                  <a:pt x="508207" y="4563282"/>
                  <a:pt x="492462" y="4567027"/>
                </a:cubicBezTo>
                <a:cubicBezTo>
                  <a:pt x="489388" y="4567795"/>
                  <a:pt x="486796" y="4570868"/>
                  <a:pt x="484011" y="4572884"/>
                </a:cubicBezTo>
                <a:cubicBezTo>
                  <a:pt x="482187" y="4574228"/>
                  <a:pt x="480363" y="4576244"/>
                  <a:pt x="478346" y="4576533"/>
                </a:cubicBezTo>
                <a:cubicBezTo>
                  <a:pt x="462984" y="4578837"/>
                  <a:pt x="447718" y="4581526"/>
                  <a:pt x="432260" y="4582678"/>
                </a:cubicBezTo>
                <a:cubicBezTo>
                  <a:pt x="419298" y="4583637"/>
                  <a:pt x="406815" y="4583350"/>
                  <a:pt x="403455" y="4600056"/>
                </a:cubicBezTo>
                <a:cubicBezTo>
                  <a:pt x="402879" y="4602937"/>
                  <a:pt x="398750" y="4606010"/>
                  <a:pt x="395583" y="4607449"/>
                </a:cubicBezTo>
                <a:cubicBezTo>
                  <a:pt x="386557" y="4611578"/>
                  <a:pt x="376954" y="4614362"/>
                  <a:pt x="368025" y="4618587"/>
                </a:cubicBezTo>
                <a:cubicBezTo>
                  <a:pt x="338741" y="4632701"/>
                  <a:pt x="308113" y="4641631"/>
                  <a:pt x="275371" y="4639999"/>
                </a:cubicBezTo>
                <a:cubicBezTo>
                  <a:pt x="265194" y="4639519"/>
                  <a:pt x="255304" y="4634333"/>
                  <a:pt x="248871" y="4632413"/>
                </a:cubicBezTo>
                <a:cubicBezTo>
                  <a:pt x="230341" y="4639999"/>
                  <a:pt x="214786" y="4647296"/>
                  <a:pt x="198559" y="4652768"/>
                </a:cubicBezTo>
                <a:cubicBezTo>
                  <a:pt x="184253" y="4657665"/>
                  <a:pt x="169274" y="4660738"/>
                  <a:pt x="154583" y="4664290"/>
                </a:cubicBezTo>
                <a:cubicBezTo>
                  <a:pt x="149206" y="4665635"/>
                  <a:pt x="143734" y="4666403"/>
                  <a:pt x="138261" y="4667075"/>
                </a:cubicBezTo>
                <a:cubicBezTo>
                  <a:pt x="121171" y="4669187"/>
                  <a:pt x="103312" y="4664099"/>
                  <a:pt x="86606" y="4672164"/>
                </a:cubicBezTo>
                <a:cubicBezTo>
                  <a:pt x="77868" y="4676389"/>
                  <a:pt x="69226" y="4681477"/>
                  <a:pt x="60009" y="4683686"/>
                </a:cubicBezTo>
                <a:cubicBezTo>
                  <a:pt x="50120" y="4686086"/>
                  <a:pt x="40446" y="4689831"/>
                  <a:pt x="30568" y="4692507"/>
                </a:cubicBezTo>
                <a:lnTo>
                  <a:pt x="0" y="4694912"/>
                </a:lnTo>
                <a:lnTo>
                  <a:pt x="0" y="4338332"/>
                </a:lnTo>
                <a:close/>
              </a:path>
            </a:pathLst>
          </a:custGeom>
          <a:effectLst>
            <a:outerShdw blurRad="381000" dist="152400" dir="5400000" algn="t" rotWithShape="0">
              <a:prstClr val="black">
                <a:alpha val="10000"/>
              </a:prstClr>
            </a:outerShdw>
          </a:effec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5A4C884-333A-FB1D-FE94-5387F4FCC6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1" y="3047999"/>
            <a:ext cx="3124199" cy="3048001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DERRICK NYAGESUKA</a:t>
            </a:r>
            <a:br>
              <a:rPr lang="en-US" dirty="0"/>
            </a:br>
            <a:r>
              <a:rPr lang="en-US" dirty="0"/>
              <a:t>DATA211</a:t>
            </a:r>
            <a:br>
              <a:rPr lang="en-US" dirty="0"/>
            </a:br>
            <a:r>
              <a:rPr lang="en-US" dirty="0"/>
              <a:t>05/01/2025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1" name="Freeform: Shape 41">
            <a:extLst>
              <a:ext uri="{FF2B5EF4-FFF2-40B4-BE49-F238E27FC236}">
                <a16:creationId xmlns:a16="http://schemas.microsoft.com/office/drawing/2014/main" id="{A027D562-8F7E-478A-942E-D959A950C5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34476" y="4058937"/>
            <a:ext cx="6095524" cy="1410656"/>
          </a:xfrm>
          <a:custGeom>
            <a:avLst/>
            <a:gdLst>
              <a:gd name="connsiteX0" fmla="*/ 6095524 w 6095524"/>
              <a:gd name="connsiteY0" fmla="*/ 0 h 1410656"/>
              <a:gd name="connsiteX1" fmla="*/ 6095524 w 6095524"/>
              <a:gd name="connsiteY1" fmla="*/ 221634 h 1410656"/>
              <a:gd name="connsiteX2" fmla="*/ 6061052 w 6095524"/>
              <a:gd name="connsiteY2" fmla="*/ 237063 h 1410656"/>
              <a:gd name="connsiteX3" fmla="*/ 6040890 w 6095524"/>
              <a:gd name="connsiteY3" fmla="*/ 245128 h 1410656"/>
              <a:gd name="connsiteX4" fmla="*/ 5957836 w 6095524"/>
              <a:gd name="connsiteY4" fmla="*/ 297073 h 1410656"/>
              <a:gd name="connsiteX5" fmla="*/ 5882656 w 6095524"/>
              <a:gd name="connsiteY5" fmla="*/ 361307 h 1410656"/>
              <a:gd name="connsiteX6" fmla="*/ 5827448 w 6095524"/>
              <a:gd name="connsiteY6" fmla="*/ 437542 h 1410656"/>
              <a:gd name="connsiteX7" fmla="*/ 5811989 w 6095524"/>
              <a:gd name="connsiteY7" fmla="*/ 455690 h 1410656"/>
              <a:gd name="connsiteX8" fmla="*/ 5769742 w 6095524"/>
              <a:gd name="connsiteY8" fmla="*/ 478445 h 1410656"/>
              <a:gd name="connsiteX9" fmla="*/ 5732393 w 6095524"/>
              <a:gd name="connsiteY9" fmla="*/ 495535 h 1410656"/>
              <a:gd name="connsiteX10" fmla="*/ 5705316 w 6095524"/>
              <a:gd name="connsiteY10" fmla="*/ 514451 h 1410656"/>
              <a:gd name="connsiteX11" fmla="*/ 5682465 w 6095524"/>
              <a:gd name="connsiteY11" fmla="*/ 531830 h 1410656"/>
              <a:gd name="connsiteX12" fmla="*/ 5630712 w 6095524"/>
              <a:gd name="connsiteY12" fmla="*/ 576765 h 1410656"/>
              <a:gd name="connsiteX13" fmla="*/ 5573392 w 6095524"/>
              <a:gd name="connsiteY13" fmla="*/ 614691 h 1410656"/>
              <a:gd name="connsiteX14" fmla="*/ 5527304 w 6095524"/>
              <a:gd name="connsiteY14" fmla="*/ 661162 h 1410656"/>
              <a:gd name="connsiteX15" fmla="*/ 5508293 w 6095524"/>
              <a:gd name="connsiteY15" fmla="*/ 686318 h 1410656"/>
              <a:gd name="connsiteX16" fmla="*/ 5468350 w 6095524"/>
              <a:gd name="connsiteY16" fmla="*/ 703505 h 1410656"/>
              <a:gd name="connsiteX17" fmla="*/ 5425048 w 6095524"/>
              <a:gd name="connsiteY17" fmla="*/ 730389 h 1410656"/>
              <a:gd name="connsiteX18" fmla="*/ 5394322 w 6095524"/>
              <a:gd name="connsiteY18" fmla="*/ 757081 h 1410656"/>
              <a:gd name="connsiteX19" fmla="*/ 5370608 w 6095524"/>
              <a:gd name="connsiteY19" fmla="*/ 774940 h 1410656"/>
              <a:gd name="connsiteX20" fmla="*/ 5337098 w 6095524"/>
              <a:gd name="connsiteY20" fmla="*/ 792895 h 1410656"/>
              <a:gd name="connsiteX21" fmla="*/ 5303493 w 6095524"/>
              <a:gd name="connsiteY21" fmla="*/ 816419 h 1410656"/>
              <a:gd name="connsiteX22" fmla="*/ 5287171 w 6095524"/>
              <a:gd name="connsiteY22" fmla="*/ 830917 h 1410656"/>
              <a:gd name="connsiteX23" fmla="*/ 5255581 w 6095524"/>
              <a:gd name="connsiteY23" fmla="*/ 855016 h 1410656"/>
              <a:gd name="connsiteX24" fmla="*/ 5223032 w 6095524"/>
              <a:gd name="connsiteY24" fmla="*/ 877484 h 1410656"/>
              <a:gd name="connsiteX25" fmla="*/ 5161870 w 6095524"/>
              <a:gd name="connsiteY25" fmla="*/ 903216 h 1410656"/>
              <a:gd name="connsiteX26" fmla="*/ 5106182 w 6095524"/>
              <a:gd name="connsiteY26" fmla="*/ 941046 h 1410656"/>
              <a:gd name="connsiteX27" fmla="*/ 5062014 w 6095524"/>
              <a:gd name="connsiteY27" fmla="*/ 968698 h 1410656"/>
              <a:gd name="connsiteX28" fmla="*/ 5036282 w 6095524"/>
              <a:gd name="connsiteY28" fmla="*/ 986846 h 1410656"/>
              <a:gd name="connsiteX29" fmla="*/ 4989043 w 6095524"/>
              <a:gd name="connsiteY29" fmla="*/ 1027364 h 1410656"/>
              <a:gd name="connsiteX30" fmla="*/ 4915783 w 6095524"/>
              <a:gd name="connsiteY30" fmla="*/ 1069994 h 1410656"/>
              <a:gd name="connsiteX31" fmla="*/ 4871520 w 6095524"/>
              <a:gd name="connsiteY31" fmla="*/ 1093038 h 1410656"/>
              <a:gd name="connsiteX32" fmla="*/ 4776274 w 6095524"/>
              <a:gd name="connsiteY32" fmla="*/ 1127796 h 1410656"/>
              <a:gd name="connsiteX33" fmla="*/ 4745548 w 6095524"/>
              <a:gd name="connsiteY33" fmla="*/ 1140182 h 1410656"/>
              <a:gd name="connsiteX34" fmla="*/ 4710408 w 6095524"/>
              <a:gd name="connsiteY34" fmla="*/ 1148343 h 1410656"/>
              <a:gd name="connsiteX35" fmla="*/ 4653950 w 6095524"/>
              <a:gd name="connsiteY35" fmla="*/ 1167642 h 1410656"/>
              <a:gd name="connsiteX36" fmla="*/ 4543725 w 6095524"/>
              <a:gd name="connsiteY36" fmla="*/ 1200863 h 1410656"/>
              <a:gd name="connsiteX37" fmla="*/ 4519530 w 6095524"/>
              <a:gd name="connsiteY37" fmla="*/ 1205952 h 1410656"/>
              <a:gd name="connsiteX38" fmla="*/ 4457887 w 6095524"/>
              <a:gd name="connsiteY38" fmla="*/ 1227363 h 1410656"/>
              <a:gd name="connsiteX39" fmla="*/ 4420922 w 6095524"/>
              <a:gd name="connsiteY39" fmla="*/ 1241765 h 1410656"/>
              <a:gd name="connsiteX40" fmla="*/ 4390292 w 6095524"/>
              <a:gd name="connsiteY40" fmla="*/ 1250023 h 1410656"/>
              <a:gd name="connsiteX41" fmla="*/ 4363216 w 6095524"/>
              <a:gd name="connsiteY41" fmla="*/ 1253864 h 1410656"/>
              <a:gd name="connsiteX42" fmla="*/ 4291973 w 6095524"/>
              <a:gd name="connsiteY42" fmla="*/ 1272874 h 1410656"/>
              <a:gd name="connsiteX43" fmla="*/ 4263552 w 6095524"/>
              <a:gd name="connsiteY43" fmla="*/ 1280364 h 1410656"/>
              <a:gd name="connsiteX44" fmla="*/ 4189813 w 6095524"/>
              <a:gd name="connsiteY44" fmla="*/ 1306096 h 1410656"/>
              <a:gd name="connsiteX45" fmla="*/ 4127306 w 6095524"/>
              <a:gd name="connsiteY45" fmla="*/ 1323090 h 1410656"/>
              <a:gd name="connsiteX46" fmla="*/ 4101192 w 6095524"/>
              <a:gd name="connsiteY46" fmla="*/ 1331251 h 1410656"/>
              <a:gd name="connsiteX47" fmla="*/ 4041470 w 6095524"/>
              <a:gd name="connsiteY47" fmla="*/ 1344886 h 1410656"/>
              <a:gd name="connsiteX48" fmla="*/ 4007672 w 6095524"/>
              <a:gd name="connsiteY48" fmla="*/ 1354488 h 1410656"/>
              <a:gd name="connsiteX49" fmla="*/ 3925195 w 6095524"/>
              <a:gd name="connsiteY49" fmla="*/ 1365337 h 1410656"/>
              <a:gd name="connsiteX50" fmla="*/ 3840029 w 6095524"/>
              <a:gd name="connsiteY50" fmla="*/ 1375802 h 1410656"/>
              <a:gd name="connsiteX51" fmla="*/ 3793270 w 6095524"/>
              <a:gd name="connsiteY51" fmla="*/ 1379259 h 1410656"/>
              <a:gd name="connsiteX52" fmla="*/ 3752464 w 6095524"/>
              <a:gd name="connsiteY52" fmla="*/ 1384733 h 1410656"/>
              <a:gd name="connsiteX53" fmla="*/ 3716938 w 6095524"/>
              <a:gd name="connsiteY53" fmla="*/ 1388189 h 1410656"/>
              <a:gd name="connsiteX54" fmla="*/ 3660386 w 6095524"/>
              <a:gd name="connsiteY54" fmla="*/ 1395198 h 1410656"/>
              <a:gd name="connsiteX55" fmla="*/ 3636862 w 6095524"/>
              <a:gd name="connsiteY55" fmla="*/ 1397023 h 1410656"/>
              <a:gd name="connsiteX56" fmla="*/ 3581365 w 6095524"/>
              <a:gd name="connsiteY56" fmla="*/ 1396926 h 1410656"/>
              <a:gd name="connsiteX57" fmla="*/ 3562066 w 6095524"/>
              <a:gd name="connsiteY57" fmla="*/ 1395966 h 1410656"/>
              <a:gd name="connsiteX58" fmla="*/ 3524908 w 6095524"/>
              <a:gd name="connsiteY58" fmla="*/ 1384060 h 1410656"/>
              <a:gd name="connsiteX59" fmla="*/ 3520492 w 6095524"/>
              <a:gd name="connsiteY59" fmla="*/ 1383196 h 1410656"/>
              <a:gd name="connsiteX60" fmla="*/ 3496103 w 6095524"/>
              <a:gd name="connsiteY60" fmla="*/ 1378491 h 1410656"/>
              <a:gd name="connsiteX61" fmla="*/ 3482757 w 6095524"/>
              <a:gd name="connsiteY61" fmla="*/ 1376955 h 1410656"/>
              <a:gd name="connsiteX62" fmla="*/ 3432061 w 6095524"/>
              <a:gd name="connsiteY62" fmla="*/ 1367162 h 1410656"/>
              <a:gd name="connsiteX63" fmla="*/ 3402873 w 6095524"/>
              <a:gd name="connsiteY63" fmla="*/ 1362553 h 1410656"/>
              <a:gd name="connsiteX64" fmla="*/ 3379253 w 6095524"/>
              <a:gd name="connsiteY64" fmla="*/ 1363225 h 1410656"/>
              <a:gd name="connsiteX65" fmla="*/ 3337774 w 6095524"/>
              <a:gd name="connsiteY65" fmla="*/ 1364089 h 1410656"/>
              <a:gd name="connsiteX66" fmla="*/ 3324524 w 6095524"/>
              <a:gd name="connsiteY66" fmla="*/ 1366298 h 1410656"/>
              <a:gd name="connsiteX67" fmla="*/ 3264610 w 6095524"/>
              <a:gd name="connsiteY67" fmla="*/ 1359960 h 1410656"/>
              <a:gd name="connsiteX68" fmla="*/ 3230429 w 6095524"/>
              <a:gd name="connsiteY68" fmla="*/ 1359480 h 1410656"/>
              <a:gd name="connsiteX69" fmla="*/ 3191927 w 6095524"/>
              <a:gd name="connsiteY69" fmla="*/ 1351607 h 1410656"/>
              <a:gd name="connsiteX70" fmla="*/ 3180694 w 6095524"/>
              <a:gd name="connsiteY70" fmla="*/ 1351991 h 1410656"/>
              <a:gd name="connsiteX71" fmla="*/ 3168116 w 6095524"/>
              <a:gd name="connsiteY71" fmla="*/ 1352663 h 1410656"/>
              <a:gd name="connsiteX72" fmla="*/ 3129517 w 6095524"/>
              <a:gd name="connsiteY72" fmla="*/ 1353240 h 1410656"/>
              <a:gd name="connsiteX73" fmla="*/ 3106089 w 6095524"/>
              <a:gd name="connsiteY73" fmla="*/ 1356120 h 1410656"/>
              <a:gd name="connsiteX74" fmla="*/ 3061444 w 6095524"/>
              <a:gd name="connsiteY74" fmla="*/ 1354392 h 1410656"/>
              <a:gd name="connsiteX75" fmla="*/ 3044928 w 6095524"/>
              <a:gd name="connsiteY75" fmla="*/ 1356888 h 1410656"/>
              <a:gd name="connsiteX76" fmla="*/ 3003162 w 6095524"/>
              <a:gd name="connsiteY76" fmla="*/ 1357176 h 1410656"/>
              <a:gd name="connsiteX77" fmla="*/ 2965716 w 6095524"/>
              <a:gd name="connsiteY77" fmla="*/ 1355736 h 1410656"/>
              <a:gd name="connsiteX78" fmla="*/ 2929614 w 6095524"/>
              <a:gd name="connsiteY78" fmla="*/ 1356504 h 1410656"/>
              <a:gd name="connsiteX79" fmla="*/ 2903786 w 6095524"/>
              <a:gd name="connsiteY79" fmla="*/ 1359672 h 1410656"/>
              <a:gd name="connsiteX80" fmla="*/ 2875750 w 6095524"/>
              <a:gd name="connsiteY80" fmla="*/ 1361592 h 1410656"/>
              <a:gd name="connsiteX81" fmla="*/ 2798458 w 6095524"/>
              <a:gd name="connsiteY81" fmla="*/ 1373018 h 1410656"/>
              <a:gd name="connsiteX82" fmla="*/ 2784152 w 6095524"/>
              <a:gd name="connsiteY82" fmla="*/ 1370234 h 1410656"/>
              <a:gd name="connsiteX83" fmla="*/ 2702922 w 6095524"/>
              <a:gd name="connsiteY83" fmla="*/ 1367641 h 1410656"/>
              <a:gd name="connsiteX84" fmla="*/ 2685256 w 6095524"/>
              <a:gd name="connsiteY84" fmla="*/ 1367834 h 1410656"/>
              <a:gd name="connsiteX85" fmla="*/ 2637824 w 6095524"/>
              <a:gd name="connsiteY85" fmla="*/ 1356504 h 1410656"/>
              <a:gd name="connsiteX86" fmla="*/ 2564661 w 6095524"/>
              <a:gd name="connsiteY86" fmla="*/ 1374459 h 1410656"/>
              <a:gd name="connsiteX87" fmla="*/ 2496201 w 6095524"/>
              <a:gd name="connsiteY87" fmla="*/ 1396926 h 1410656"/>
              <a:gd name="connsiteX88" fmla="*/ 2487560 w 6095524"/>
              <a:gd name="connsiteY88" fmla="*/ 1399807 h 1410656"/>
              <a:gd name="connsiteX89" fmla="*/ 2462980 w 6095524"/>
              <a:gd name="connsiteY89" fmla="*/ 1404704 h 1410656"/>
              <a:gd name="connsiteX90" fmla="*/ 2432544 w 6095524"/>
              <a:gd name="connsiteY90" fmla="*/ 1406432 h 1410656"/>
              <a:gd name="connsiteX91" fmla="*/ 2393945 w 6095524"/>
              <a:gd name="connsiteY91" fmla="*/ 1410656 h 1410656"/>
              <a:gd name="connsiteX92" fmla="*/ 2363029 w 6095524"/>
              <a:gd name="connsiteY92" fmla="*/ 1405375 h 1410656"/>
              <a:gd name="connsiteX93" fmla="*/ 2319821 w 6095524"/>
              <a:gd name="connsiteY93" fmla="*/ 1397502 h 1410656"/>
              <a:gd name="connsiteX94" fmla="*/ 2279111 w 6095524"/>
              <a:gd name="connsiteY94" fmla="*/ 1390013 h 1410656"/>
              <a:gd name="connsiteX95" fmla="*/ 2266245 w 6095524"/>
              <a:gd name="connsiteY95" fmla="*/ 1398846 h 1410656"/>
              <a:gd name="connsiteX96" fmla="*/ 2246370 w 6095524"/>
              <a:gd name="connsiteY96" fmla="*/ 1406527 h 1410656"/>
              <a:gd name="connsiteX97" fmla="*/ 2224287 w 6095524"/>
              <a:gd name="connsiteY97" fmla="*/ 1397310 h 1410656"/>
              <a:gd name="connsiteX98" fmla="*/ 2172630 w 6095524"/>
              <a:gd name="connsiteY98" fmla="*/ 1378204 h 1410656"/>
              <a:gd name="connsiteX99" fmla="*/ 2139985 w 6095524"/>
              <a:gd name="connsiteY99" fmla="*/ 1377339 h 1410656"/>
              <a:gd name="connsiteX100" fmla="*/ 2069030 w 6095524"/>
              <a:gd name="connsiteY100" fmla="*/ 1369178 h 1410656"/>
              <a:gd name="connsiteX101" fmla="*/ 2022655 w 6095524"/>
              <a:gd name="connsiteY101" fmla="*/ 1357560 h 1410656"/>
              <a:gd name="connsiteX102" fmla="*/ 1989339 w 6095524"/>
              <a:gd name="connsiteY102" fmla="*/ 1344406 h 1410656"/>
              <a:gd name="connsiteX103" fmla="*/ 1941618 w 6095524"/>
              <a:gd name="connsiteY103" fmla="*/ 1327219 h 1410656"/>
              <a:gd name="connsiteX104" fmla="*/ 1893707 w 6095524"/>
              <a:gd name="connsiteY104" fmla="*/ 1318290 h 1410656"/>
              <a:gd name="connsiteX105" fmla="*/ 1859045 w 6095524"/>
              <a:gd name="connsiteY105" fmla="*/ 1307056 h 1410656"/>
              <a:gd name="connsiteX106" fmla="*/ 1816702 w 6095524"/>
              <a:gd name="connsiteY106" fmla="*/ 1299374 h 1410656"/>
              <a:gd name="connsiteX107" fmla="*/ 1781177 w 6095524"/>
              <a:gd name="connsiteY107" fmla="*/ 1299087 h 1410656"/>
              <a:gd name="connsiteX108" fmla="*/ 1725488 w 6095524"/>
              <a:gd name="connsiteY108" fmla="*/ 1300431 h 1410656"/>
              <a:gd name="connsiteX109" fmla="*/ 1657318 w 6095524"/>
              <a:gd name="connsiteY109" fmla="*/ 1277196 h 1410656"/>
              <a:gd name="connsiteX110" fmla="*/ 1629761 w 6095524"/>
              <a:gd name="connsiteY110" fmla="*/ 1272010 h 1410656"/>
              <a:gd name="connsiteX111" fmla="*/ 1603837 w 6095524"/>
              <a:gd name="connsiteY111" fmla="*/ 1269610 h 1410656"/>
              <a:gd name="connsiteX112" fmla="*/ 1548820 w 6095524"/>
              <a:gd name="connsiteY112" fmla="*/ 1254152 h 1410656"/>
              <a:gd name="connsiteX113" fmla="*/ 1526449 w 6095524"/>
              <a:gd name="connsiteY113" fmla="*/ 1249062 h 1410656"/>
              <a:gd name="connsiteX114" fmla="*/ 1495147 w 6095524"/>
              <a:gd name="connsiteY114" fmla="*/ 1249159 h 1410656"/>
              <a:gd name="connsiteX115" fmla="*/ 1438211 w 6095524"/>
              <a:gd name="connsiteY115" fmla="*/ 1242054 h 1410656"/>
              <a:gd name="connsiteX116" fmla="*/ 1381370 w 6095524"/>
              <a:gd name="connsiteY116" fmla="*/ 1221314 h 1410656"/>
              <a:gd name="connsiteX117" fmla="*/ 1357270 w 6095524"/>
              <a:gd name="connsiteY117" fmla="*/ 1223330 h 1410656"/>
              <a:gd name="connsiteX118" fmla="*/ 1348629 w 6095524"/>
              <a:gd name="connsiteY118" fmla="*/ 1222851 h 1410656"/>
              <a:gd name="connsiteX119" fmla="*/ 1270953 w 6095524"/>
              <a:gd name="connsiteY119" fmla="*/ 1211424 h 1410656"/>
              <a:gd name="connsiteX120" fmla="*/ 1263175 w 6095524"/>
              <a:gd name="connsiteY120" fmla="*/ 1210177 h 1410656"/>
              <a:gd name="connsiteX121" fmla="*/ 1226690 w 6095524"/>
              <a:gd name="connsiteY121" fmla="*/ 1199999 h 1410656"/>
              <a:gd name="connsiteX122" fmla="*/ 1134706 w 6095524"/>
              <a:gd name="connsiteY122" fmla="*/ 1193662 h 1410656"/>
              <a:gd name="connsiteX123" fmla="*/ 1129042 w 6095524"/>
              <a:gd name="connsiteY123" fmla="*/ 1192894 h 1410656"/>
              <a:gd name="connsiteX124" fmla="*/ 1098220 w 6095524"/>
              <a:gd name="connsiteY124" fmla="*/ 1197982 h 1410656"/>
              <a:gd name="connsiteX125" fmla="*/ 1082955 w 6095524"/>
              <a:gd name="connsiteY125" fmla="*/ 1205184 h 1410656"/>
              <a:gd name="connsiteX126" fmla="*/ 1059143 w 6095524"/>
              <a:gd name="connsiteY126" fmla="*/ 1212673 h 1410656"/>
              <a:gd name="connsiteX127" fmla="*/ 1034947 w 6095524"/>
              <a:gd name="connsiteY127" fmla="*/ 1215458 h 1410656"/>
              <a:gd name="connsiteX128" fmla="*/ 994332 w 6095524"/>
              <a:gd name="connsiteY128" fmla="*/ 1204127 h 1410656"/>
              <a:gd name="connsiteX129" fmla="*/ 979546 w 6095524"/>
              <a:gd name="connsiteY129" fmla="*/ 1202975 h 1410656"/>
              <a:gd name="connsiteX130" fmla="*/ 946613 w 6095524"/>
              <a:gd name="connsiteY130" fmla="*/ 1197503 h 1410656"/>
              <a:gd name="connsiteX131" fmla="*/ 917808 w 6095524"/>
              <a:gd name="connsiteY131" fmla="*/ 1197887 h 1410656"/>
              <a:gd name="connsiteX132" fmla="*/ 894669 w 6095524"/>
              <a:gd name="connsiteY132" fmla="*/ 1206624 h 1410656"/>
              <a:gd name="connsiteX133" fmla="*/ 861063 w 6095524"/>
              <a:gd name="connsiteY133" fmla="*/ 1208352 h 1410656"/>
              <a:gd name="connsiteX134" fmla="*/ 839363 w 6095524"/>
              <a:gd name="connsiteY134" fmla="*/ 1202015 h 1410656"/>
              <a:gd name="connsiteX135" fmla="*/ 834947 w 6095524"/>
              <a:gd name="connsiteY135" fmla="*/ 1201152 h 1410656"/>
              <a:gd name="connsiteX136" fmla="*/ 778202 w 6095524"/>
              <a:gd name="connsiteY136" fmla="*/ 1200767 h 1410656"/>
              <a:gd name="connsiteX137" fmla="*/ 707343 w 6095524"/>
              <a:gd name="connsiteY137" fmla="*/ 1219874 h 1410656"/>
              <a:gd name="connsiteX138" fmla="*/ 695629 w 6095524"/>
              <a:gd name="connsiteY138" fmla="*/ 1223907 h 1410656"/>
              <a:gd name="connsiteX139" fmla="*/ 638500 w 6095524"/>
              <a:gd name="connsiteY139" fmla="*/ 1230916 h 1410656"/>
              <a:gd name="connsiteX140" fmla="*/ 607872 w 6095524"/>
              <a:gd name="connsiteY140" fmla="*/ 1238021 h 1410656"/>
              <a:gd name="connsiteX141" fmla="*/ 585788 w 6095524"/>
              <a:gd name="connsiteY141" fmla="*/ 1238405 h 1410656"/>
              <a:gd name="connsiteX142" fmla="*/ 559097 w 6095524"/>
              <a:gd name="connsiteY142" fmla="*/ 1250983 h 1410656"/>
              <a:gd name="connsiteX143" fmla="*/ 550358 w 6095524"/>
              <a:gd name="connsiteY143" fmla="*/ 1256456 h 1410656"/>
              <a:gd name="connsiteX144" fmla="*/ 539893 w 6095524"/>
              <a:gd name="connsiteY144" fmla="*/ 1259720 h 1410656"/>
              <a:gd name="connsiteX145" fmla="*/ 492462 w 6095524"/>
              <a:gd name="connsiteY145" fmla="*/ 1270090 h 1410656"/>
              <a:gd name="connsiteX146" fmla="*/ 484011 w 6095524"/>
              <a:gd name="connsiteY146" fmla="*/ 1275947 h 1410656"/>
              <a:gd name="connsiteX147" fmla="*/ 478346 w 6095524"/>
              <a:gd name="connsiteY147" fmla="*/ 1279596 h 1410656"/>
              <a:gd name="connsiteX148" fmla="*/ 432260 w 6095524"/>
              <a:gd name="connsiteY148" fmla="*/ 1285741 h 1410656"/>
              <a:gd name="connsiteX149" fmla="*/ 403455 w 6095524"/>
              <a:gd name="connsiteY149" fmla="*/ 1303119 h 1410656"/>
              <a:gd name="connsiteX150" fmla="*/ 395583 w 6095524"/>
              <a:gd name="connsiteY150" fmla="*/ 1310512 h 1410656"/>
              <a:gd name="connsiteX151" fmla="*/ 368025 w 6095524"/>
              <a:gd name="connsiteY151" fmla="*/ 1321650 h 1410656"/>
              <a:gd name="connsiteX152" fmla="*/ 275371 w 6095524"/>
              <a:gd name="connsiteY152" fmla="*/ 1343062 h 1410656"/>
              <a:gd name="connsiteX153" fmla="*/ 248871 w 6095524"/>
              <a:gd name="connsiteY153" fmla="*/ 1335476 h 1410656"/>
              <a:gd name="connsiteX154" fmla="*/ 198559 w 6095524"/>
              <a:gd name="connsiteY154" fmla="*/ 1355831 h 1410656"/>
              <a:gd name="connsiteX155" fmla="*/ 154583 w 6095524"/>
              <a:gd name="connsiteY155" fmla="*/ 1367353 h 1410656"/>
              <a:gd name="connsiteX156" fmla="*/ 138261 w 6095524"/>
              <a:gd name="connsiteY156" fmla="*/ 1370138 h 1410656"/>
              <a:gd name="connsiteX157" fmla="*/ 86606 w 6095524"/>
              <a:gd name="connsiteY157" fmla="*/ 1375227 h 1410656"/>
              <a:gd name="connsiteX158" fmla="*/ 60009 w 6095524"/>
              <a:gd name="connsiteY158" fmla="*/ 1386749 h 1410656"/>
              <a:gd name="connsiteX159" fmla="*/ 30568 w 6095524"/>
              <a:gd name="connsiteY159" fmla="*/ 1395570 h 1410656"/>
              <a:gd name="connsiteX160" fmla="*/ 0 w 6095524"/>
              <a:gd name="connsiteY160" fmla="*/ 1397975 h 1410656"/>
              <a:gd name="connsiteX161" fmla="*/ 0 w 6095524"/>
              <a:gd name="connsiteY161" fmla="*/ 1041395 h 1410656"/>
              <a:gd name="connsiteX162" fmla="*/ 17282 w 6095524"/>
              <a:gd name="connsiteY162" fmla="*/ 1043014 h 1410656"/>
              <a:gd name="connsiteX163" fmla="*/ 45030 w 6095524"/>
              <a:gd name="connsiteY163" fmla="*/ 1049159 h 1410656"/>
              <a:gd name="connsiteX164" fmla="*/ 85356 w 6095524"/>
              <a:gd name="connsiteY164" fmla="*/ 1059145 h 1410656"/>
              <a:gd name="connsiteX165" fmla="*/ 133077 w 6095524"/>
              <a:gd name="connsiteY165" fmla="*/ 1047815 h 1410656"/>
              <a:gd name="connsiteX166" fmla="*/ 137877 w 6095524"/>
              <a:gd name="connsiteY166" fmla="*/ 1043110 h 1410656"/>
              <a:gd name="connsiteX167" fmla="*/ 189053 w 6095524"/>
              <a:gd name="connsiteY167" fmla="*/ 1031877 h 1410656"/>
              <a:gd name="connsiteX168" fmla="*/ 273066 w 6095524"/>
              <a:gd name="connsiteY168" fmla="*/ 1019010 h 1410656"/>
              <a:gd name="connsiteX169" fmla="*/ 278539 w 6095524"/>
              <a:gd name="connsiteY169" fmla="*/ 1018146 h 1410656"/>
              <a:gd name="connsiteX170" fmla="*/ 326355 w 6095524"/>
              <a:gd name="connsiteY170" fmla="*/ 1044358 h 1410656"/>
              <a:gd name="connsiteX171" fmla="*/ 364761 w 6095524"/>
              <a:gd name="connsiteY171" fmla="*/ 1040710 h 1410656"/>
              <a:gd name="connsiteX172" fmla="*/ 382619 w 6095524"/>
              <a:gd name="connsiteY172" fmla="*/ 1022562 h 1410656"/>
              <a:gd name="connsiteX173" fmla="*/ 433988 w 6095524"/>
              <a:gd name="connsiteY173" fmla="*/ 1008256 h 1410656"/>
              <a:gd name="connsiteX174" fmla="*/ 497262 w 6095524"/>
              <a:gd name="connsiteY174" fmla="*/ 1009697 h 1410656"/>
              <a:gd name="connsiteX175" fmla="*/ 542101 w 6095524"/>
              <a:gd name="connsiteY175" fmla="*/ 1007872 h 1410656"/>
              <a:gd name="connsiteX176" fmla="*/ 566681 w 6095524"/>
              <a:gd name="connsiteY176" fmla="*/ 998175 h 1410656"/>
              <a:gd name="connsiteX177" fmla="*/ 584251 w 6095524"/>
              <a:gd name="connsiteY177" fmla="*/ 999136 h 1410656"/>
              <a:gd name="connsiteX178" fmla="*/ 617280 w 6095524"/>
              <a:gd name="connsiteY178" fmla="*/ 1006049 h 1410656"/>
              <a:gd name="connsiteX179" fmla="*/ 721842 w 6095524"/>
              <a:gd name="connsiteY179" fmla="*/ 1014210 h 1410656"/>
              <a:gd name="connsiteX180" fmla="*/ 764472 w 6095524"/>
              <a:gd name="connsiteY180" fmla="*/ 1001440 h 1410656"/>
              <a:gd name="connsiteX181" fmla="*/ 777242 w 6095524"/>
              <a:gd name="connsiteY181" fmla="*/ 1001152 h 1410656"/>
              <a:gd name="connsiteX182" fmla="*/ 805854 w 6095524"/>
              <a:gd name="connsiteY182" fmla="*/ 1006145 h 1410656"/>
              <a:gd name="connsiteX183" fmla="*/ 864904 w 6095524"/>
              <a:gd name="connsiteY183" fmla="*/ 1002784 h 1410656"/>
              <a:gd name="connsiteX184" fmla="*/ 886700 w 6095524"/>
              <a:gd name="connsiteY184" fmla="*/ 997695 h 1410656"/>
              <a:gd name="connsiteX185" fmla="*/ 898797 w 6095524"/>
              <a:gd name="connsiteY185" fmla="*/ 994430 h 1410656"/>
              <a:gd name="connsiteX186" fmla="*/ 960919 w 6095524"/>
              <a:gd name="connsiteY186" fmla="*/ 985405 h 1410656"/>
              <a:gd name="connsiteX187" fmla="*/ 988571 w 6095524"/>
              <a:gd name="connsiteY187" fmla="*/ 975708 h 1410656"/>
              <a:gd name="connsiteX188" fmla="*/ 996061 w 6095524"/>
              <a:gd name="connsiteY188" fmla="*/ 974268 h 1410656"/>
              <a:gd name="connsiteX189" fmla="*/ 1037059 w 6095524"/>
              <a:gd name="connsiteY189" fmla="*/ 978300 h 1410656"/>
              <a:gd name="connsiteX190" fmla="*/ 1067784 w 6095524"/>
              <a:gd name="connsiteY190" fmla="*/ 993950 h 1410656"/>
              <a:gd name="connsiteX191" fmla="*/ 1073737 w 6095524"/>
              <a:gd name="connsiteY191" fmla="*/ 999231 h 1410656"/>
              <a:gd name="connsiteX192" fmla="*/ 1159383 w 6095524"/>
              <a:gd name="connsiteY192" fmla="*/ 997407 h 1410656"/>
              <a:gd name="connsiteX193" fmla="*/ 1172536 w 6095524"/>
              <a:gd name="connsiteY193" fmla="*/ 995198 h 1410656"/>
              <a:gd name="connsiteX194" fmla="*/ 1236099 w 6095524"/>
              <a:gd name="connsiteY194" fmla="*/ 1004416 h 1410656"/>
              <a:gd name="connsiteX195" fmla="*/ 1254630 w 6095524"/>
              <a:gd name="connsiteY195" fmla="*/ 1006240 h 1410656"/>
              <a:gd name="connsiteX196" fmla="*/ 1321072 w 6095524"/>
              <a:gd name="connsiteY196" fmla="*/ 1014498 h 1410656"/>
              <a:gd name="connsiteX197" fmla="*/ 1330481 w 6095524"/>
              <a:gd name="connsiteY197" fmla="*/ 1006817 h 1410656"/>
              <a:gd name="connsiteX198" fmla="*/ 1357558 w 6095524"/>
              <a:gd name="connsiteY198" fmla="*/ 987517 h 1410656"/>
              <a:gd name="connsiteX199" fmla="*/ 1410942 w 6095524"/>
              <a:gd name="connsiteY199" fmla="*/ 970427 h 1410656"/>
              <a:gd name="connsiteX200" fmla="*/ 1425441 w 6095524"/>
              <a:gd name="connsiteY200" fmla="*/ 971387 h 1410656"/>
              <a:gd name="connsiteX201" fmla="*/ 1462118 w 6095524"/>
              <a:gd name="connsiteY201" fmla="*/ 999904 h 1410656"/>
              <a:gd name="connsiteX202" fmla="*/ 1479978 w 6095524"/>
              <a:gd name="connsiteY202" fmla="*/ 1011329 h 1410656"/>
              <a:gd name="connsiteX203" fmla="*/ 1530674 w 6095524"/>
              <a:gd name="connsiteY203" fmla="*/ 1032356 h 1410656"/>
              <a:gd name="connsiteX204" fmla="*/ 1534898 w 6095524"/>
              <a:gd name="connsiteY204" fmla="*/ 1036197 h 1410656"/>
              <a:gd name="connsiteX205" fmla="*/ 1572344 w 6095524"/>
              <a:gd name="connsiteY205" fmla="*/ 1081804 h 1410656"/>
              <a:gd name="connsiteX206" fmla="*/ 1580793 w 6095524"/>
              <a:gd name="connsiteY206" fmla="*/ 1089581 h 1410656"/>
              <a:gd name="connsiteX207" fmla="*/ 1590971 w 6095524"/>
              <a:gd name="connsiteY207" fmla="*/ 1101680 h 1410656"/>
              <a:gd name="connsiteX208" fmla="*/ 1622751 w 6095524"/>
              <a:gd name="connsiteY208" fmla="*/ 1125108 h 1410656"/>
              <a:gd name="connsiteX209" fmla="*/ 1662118 w 6095524"/>
              <a:gd name="connsiteY209" fmla="*/ 1132596 h 1410656"/>
              <a:gd name="connsiteX210" fmla="*/ 1709646 w 6095524"/>
              <a:gd name="connsiteY210" fmla="*/ 1144022 h 1410656"/>
              <a:gd name="connsiteX211" fmla="*/ 1729521 w 6095524"/>
              <a:gd name="connsiteY211" fmla="*/ 1151704 h 1410656"/>
              <a:gd name="connsiteX212" fmla="*/ 1782809 w 6095524"/>
              <a:gd name="connsiteY212" fmla="*/ 1166298 h 1410656"/>
              <a:gd name="connsiteX213" fmla="*/ 1820831 w 6095524"/>
              <a:gd name="connsiteY213" fmla="*/ 1178588 h 1410656"/>
              <a:gd name="connsiteX214" fmla="*/ 1875656 w 6095524"/>
              <a:gd name="connsiteY214" fmla="*/ 1185789 h 1410656"/>
              <a:gd name="connsiteX215" fmla="*/ 1902252 w 6095524"/>
              <a:gd name="connsiteY215" fmla="*/ 1186076 h 1410656"/>
              <a:gd name="connsiteX216" fmla="*/ 1951123 w 6095524"/>
              <a:gd name="connsiteY216" fmla="*/ 1222946 h 1410656"/>
              <a:gd name="connsiteX217" fmla="*/ 1990106 w 6095524"/>
              <a:gd name="connsiteY217" fmla="*/ 1247335 h 1410656"/>
              <a:gd name="connsiteX218" fmla="*/ 2031105 w 6095524"/>
              <a:gd name="connsiteY218" fmla="*/ 1235525 h 1410656"/>
              <a:gd name="connsiteX219" fmla="*/ 2042242 w 6095524"/>
              <a:gd name="connsiteY219" fmla="*/ 1224387 h 1410656"/>
              <a:gd name="connsiteX220" fmla="*/ 2109453 w 6095524"/>
              <a:gd name="connsiteY220" fmla="*/ 1213826 h 1410656"/>
              <a:gd name="connsiteX221" fmla="*/ 2205468 w 6095524"/>
              <a:gd name="connsiteY221" fmla="*/ 1213442 h 1410656"/>
              <a:gd name="connsiteX222" fmla="*/ 2365142 w 6095524"/>
              <a:gd name="connsiteY222" fmla="*/ 1189437 h 1410656"/>
              <a:gd name="connsiteX223" fmla="*/ 2392985 w 6095524"/>
              <a:gd name="connsiteY223" fmla="*/ 1178299 h 1410656"/>
              <a:gd name="connsiteX224" fmla="*/ 2424286 w 6095524"/>
              <a:gd name="connsiteY224" fmla="*/ 1175515 h 1410656"/>
              <a:gd name="connsiteX225" fmla="*/ 2436289 w 6095524"/>
              <a:gd name="connsiteY225" fmla="*/ 1182333 h 1410656"/>
              <a:gd name="connsiteX226" fmla="*/ 2488808 w 6095524"/>
              <a:gd name="connsiteY226" fmla="*/ 1192510 h 1410656"/>
              <a:gd name="connsiteX227" fmla="*/ 2498795 w 6095524"/>
              <a:gd name="connsiteY227" fmla="*/ 1192702 h 1410656"/>
              <a:gd name="connsiteX228" fmla="*/ 2532976 w 6095524"/>
              <a:gd name="connsiteY228" fmla="*/ 1188381 h 1410656"/>
              <a:gd name="connsiteX229" fmla="*/ 2564661 w 6095524"/>
              <a:gd name="connsiteY229" fmla="*/ 1185885 h 1410656"/>
              <a:gd name="connsiteX230" fmla="*/ 2644545 w 6095524"/>
              <a:gd name="connsiteY230" fmla="*/ 1194046 h 1410656"/>
              <a:gd name="connsiteX231" fmla="*/ 2705803 w 6095524"/>
              <a:gd name="connsiteY231" fmla="*/ 1192126 h 1410656"/>
              <a:gd name="connsiteX232" fmla="*/ 2734031 w 6095524"/>
              <a:gd name="connsiteY232" fmla="*/ 1194046 h 1410656"/>
              <a:gd name="connsiteX233" fmla="*/ 2749969 w 6095524"/>
              <a:gd name="connsiteY233" fmla="*/ 1196927 h 1410656"/>
              <a:gd name="connsiteX234" fmla="*/ 2786071 w 6095524"/>
              <a:gd name="connsiteY234" fmla="*/ 1216994 h 1410656"/>
              <a:gd name="connsiteX235" fmla="*/ 2805851 w 6095524"/>
              <a:gd name="connsiteY235" fmla="*/ 1221507 h 1410656"/>
              <a:gd name="connsiteX236" fmla="*/ 2865380 w 6095524"/>
              <a:gd name="connsiteY236" fmla="*/ 1221123 h 1410656"/>
              <a:gd name="connsiteX237" fmla="*/ 2954674 w 6095524"/>
              <a:gd name="connsiteY237" fmla="*/ 1190878 h 1410656"/>
              <a:gd name="connsiteX238" fmla="*/ 2963988 w 6095524"/>
              <a:gd name="connsiteY238" fmla="*/ 1186845 h 1410656"/>
              <a:gd name="connsiteX239" fmla="*/ 3009403 w 6095524"/>
              <a:gd name="connsiteY239" fmla="*/ 1181852 h 1410656"/>
              <a:gd name="connsiteX240" fmla="*/ 3040223 w 6095524"/>
              <a:gd name="connsiteY240" fmla="*/ 1188669 h 1410656"/>
              <a:gd name="connsiteX241" fmla="*/ 3082183 w 6095524"/>
              <a:gd name="connsiteY241" fmla="*/ 1202784 h 1410656"/>
              <a:gd name="connsiteX242" fmla="*/ 3119916 w 6095524"/>
              <a:gd name="connsiteY242" fmla="*/ 1214594 h 1410656"/>
              <a:gd name="connsiteX243" fmla="*/ 3147376 w 6095524"/>
              <a:gd name="connsiteY243" fmla="*/ 1227939 h 1410656"/>
              <a:gd name="connsiteX244" fmla="*/ 3210171 w 6095524"/>
              <a:gd name="connsiteY244" fmla="*/ 1237733 h 1410656"/>
              <a:gd name="connsiteX245" fmla="*/ 3216700 w 6095524"/>
              <a:gd name="connsiteY245" fmla="*/ 1239365 h 1410656"/>
              <a:gd name="connsiteX246" fmla="*/ 3263939 w 6095524"/>
              <a:gd name="connsiteY246" fmla="*/ 1227459 h 1410656"/>
              <a:gd name="connsiteX247" fmla="*/ 3320683 w 6095524"/>
              <a:gd name="connsiteY247" fmla="*/ 1215362 h 1410656"/>
              <a:gd name="connsiteX248" fmla="*/ 3340943 w 6095524"/>
              <a:gd name="connsiteY248" fmla="*/ 1219490 h 1410656"/>
              <a:gd name="connsiteX249" fmla="*/ 3368691 w 6095524"/>
              <a:gd name="connsiteY249" fmla="*/ 1225347 h 1410656"/>
              <a:gd name="connsiteX250" fmla="*/ 3394423 w 6095524"/>
              <a:gd name="connsiteY250" fmla="*/ 1222275 h 1410656"/>
              <a:gd name="connsiteX251" fmla="*/ 3410074 w 6095524"/>
              <a:gd name="connsiteY251" fmla="*/ 1221987 h 1410656"/>
              <a:gd name="connsiteX252" fmla="*/ 3481509 w 6095524"/>
              <a:gd name="connsiteY252" fmla="*/ 1257896 h 1410656"/>
              <a:gd name="connsiteX253" fmla="*/ 3499656 w 6095524"/>
              <a:gd name="connsiteY253" fmla="*/ 1260873 h 1410656"/>
              <a:gd name="connsiteX254" fmla="*/ 3509930 w 6095524"/>
              <a:gd name="connsiteY254" fmla="*/ 1265290 h 1410656"/>
              <a:gd name="connsiteX255" fmla="*/ 3571860 w 6095524"/>
              <a:gd name="connsiteY255" fmla="*/ 1309841 h 1410656"/>
              <a:gd name="connsiteX256" fmla="*/ 3598168 w 6095524"/>
              <a:gd name="connsiteY256" fmla="*/ 1318866 h 1410656"/>
              <a:gd name="connsiteX257" fmla="*/ 3627068 w 6095524"/>
              <a:gd name="connsiteY257" fmla="*/ 1317041 h 1410656"/>
              <a:gd name="connsiteX258" fmla="*/ 3643775 w 6095524"/>
              <a:gd name="connsiteY258" fmla="*/ 1313777 h 1410656"/>
              <a:gd name="connsiteX259" fmla="*/ 3685254 w 6095524"/>
              <a:gd name="connsiteY259" fmla="*/ 1285452 h 1410656"/>
              <a:gd name="connsiteX260" fmla="*/ 3708873 w 6095524"/>
              <a:gd name="connsiteY260" fmla="*/ 1286413 h 1410656"/>
              <a:gd name="connsiteX261" fmla="*/ 3745743 w 6095524"/>
              <a:gd name="connsiteY261" fmla="*/ 1305903 h 1410656"/>
              <a:gd name="connsiteX262" fmla="*/ 3812665 w 6095524"/>
              <a:gd name="connsiteY262" fmla="*/ 1314641 h 1410656"/>
              <a:gd name="connsiteX263" fmla="*/ 3846655 w 6095524"/>
              <a:gd name="connsiteY263" fmla="*/ 1287373 h 1410656"/>
              <a:gd name="connsiteX264" fmla="*/ 3864225 w 6095524"/>
              <a:gd name="connsiteY264" fmla="*/ 1261161 h 1410656"/>
              <a:gd name="connsiteX265" fmla="*/ 3915018 w 6095524"/>
              <a:gd name="connsiteY265" fmla="*/ 1230724 h 1410656"/>
              <a:gd name="connsiteX266" fmla="*/ 3927116 w 6095524"/>
              <a:gd name="connsiteY266" fmla="*/ 1242054 h 1410656"/>
              <a:gd name="connsiteX267" fmla="*/ 3964370 w 6095524"/>
              <a:gd name="connsiteY267" fmla="*/ 1246855 h 1410656"/>
              <a:gd name="connsiteX268" fmla="*/ 4004696 w 6095524"/>
              <a:gd name="connsiteY268" fmla="*/ 1246471 h 1410656"/>
              <a:gd name="connsiteX269" fmla="*/ 4074978 w 6095524"/>
              <a:gd name="connsiteY269" fmla="*/ 1251559 h 1410656"/>
              <a:gd name="connsiteX270" fmla="*/ 4121738 w 6095524"/>
              <a:gd name="connsiteY270" fmla="*/ 1222466 h 1410656"/>
              <a:gd name="connsiteX271" fmla="*/ 4139598 w 6095524"/>
              <a:gd name="connsiteY271" fmla="*/ 1210465 h 1410656"/>
              <a:gd name="connsiteX272" fmla="*/ 4156304 w 6095524"/>
              <a:gd name="connsiteY272" fmla="*/ 1202784 h 1410656"/>
              <a:gd name="connsiteX273" fmla="*/ 4175604 w 6095524"/>
              <a:gd name="connsiteY273" fmla="*/ 1198463 h 1410656"/>
              <a:gd name="connsiteX274" fmla="*/ 4222170 w 6095524"/>
              <a:gd name="connsiteY274" fmla="*/ 1182140 h 1410656"/>
              <a:gd name="connsiteX275" fmla="*/ 4247710 w 6095524"/>
              <a:gd name="connsiteY275" fmla="*/ 1166105 h 1410656"/>
              <a:gd name="connsiteX276" fmla="*/ 4305128 w 6095524"/>
              <a:gd name="connsiteY276" fmla="*/ 1150647 h 1410656"/>
              <a:gd name="connsiteX277" fmla="*/ 4344206 w 6095524"/>
              <a:gd name="connsiteY277" fmla="*/ 1136821 h 1410656"/>
              <a:gd name="connsiteX278" fmla="*/ 4385396 w 6095524"/>
              <a:gd name="connsiteY278" fmla="*/ 1113009 h 1410656"/>
              <a:gd name="connsiteX279" fmla="*/ 4391157 w 6095524"/>
              <a:gd name="connsiteY279" fmla="*/ 1109361 h 1410656"/>
              <a:gd name="connsiteX280" fmla="*/ 4404984 w 6095524"/>
              <a:gd name="connsiteY280" fmla="*/ 1093710 h 1410656"/>
              <a:gd name="connsiteX281" fmla="*/ 4425050 w 6095524"/>
              <a:gd name="connsiteY281" fmla="*/ 1039846 h 1410656"/>
              <a:gd name="connsiteX282" fmla="*/ 4430812 w 6095524"/>
              <a:gd name="connsiteY282" fmla="*/ 1028900 h 1410656"/>
              <a:gd name="connsiteX283" fmla="*/ 4483140 w 6095524"/>
              <a:gd name="connsiteY283" fmla="*/ 992030 h 1410656"/>
              <a:gd name="connsiteX284" fmla="*/ 4502535 w 6095524"/>
              <a:gd name="connsiteY284" fmla="*/ 995487 h 1410656"/>
              <a:gd name="connsiteX285" fmla="*/ 4523946 w 6095524"/>
              <a:gd name="connsiteY285" fmla="*/ 1007585 h 1410656"/>
              <a:gd name="connsiteX286" fmla="*/ 4570898 w 6095524"/>
              <a:gd name="connsiteY286" fmla="*/ 1010753 h 1410656"/>
              <a:gd name="connsiteX287" fmla="*/ 4588468 w 6095524"/>
              <a:gd name="connsiteY287" fmla="*/ 1004513 h 1410656"/>
              <a:gd name="connsiteX288" fmla="*/ 4619192 w 6095524"/>
              <a:gd name="connsiteY288" fmla="*/ 987710 h 1410656"/>
              <a:gd name="connsiteX289" fmla="*/ 4642908 w 6095524"/>
              <a:gd name="connsiteY289" fmla="*/ 961689 h 1410656"/>
              <a:gd name="connsiteX290" fmla="*/ 4677378 w 6095524"/>
              <a:gd name="connsiteY290" fmla="*/ 918674 h 1410656"/>
              <a:gd name="connsiteX291" fmla="*/ 4743532 w 6095524"/>
              <a:gd name="connsiteY291" fmla="*/ 902256 h 1410656"/>
              <a:gd name="connsiteX292" fmla="*/ 4768977 w 6095524"/>
              <a:gd name="connsiteY292" fmla="*/ 896783 h 1410656"/>
              <a:gd name="connsiteX293" fmla="*/ 4861536 w 6095524"/>
              <a:gd name="connsiteY293" fmla="*/ 873835 h 1410656"/>
              <a:gd name="connsiteX294" fmla="*/ 4869600 w 6095524"/>
              <a:gd name="connsiteY294" fmla="*/ 873067 h 1410656"/>
              <a:gd name="connsiteX295" fmla="*/ 4933738 w 6095524"/>
              <a:gd name="connsiteY295" fmla="*/ 846664 h 1410656"/>
              <a:gd name="connsiteX296" fmla="*/ 4949196 w 6095524"/>
              <a:gd name="connsiteY296" fmla="*/ 840134 h 1410656"/>
              <a:gd name="connsiteX297" fmla="*/ 4968112 w 6095524"/>
              <a:gd name="connsiteY297" fmla="*/ 823427 h 1410656"/>
              <a:gd name="connsiteX298" fmla="*/ 4985588 w 6095524"/>
              <a:gd name="connsiteY298" fmla="*/ 776284 h 1410656"/>
              <a:gd name="connsiteX299" fmla="*/ 5006038 w 6095524"/>
              <a:gd name="connsiteY299" fmla="*/ 754776 h 1410656"/>
              <a:gd name="connsiteX300" fmla="*/ 5020921 w 6095524"/>
              <a:gd name="connsiteY300" fmla="*/ 741718 h 1410656"/>
              <a:gd name="connsiteX301" fmla="*/ 5033978 w 6095524"/>
              <a:gd name="connsiteY301" fmla="*/ 721940 h 1410656"/>
              <a:gd name="connsiteX302" fmla="*/ 5047036 w 6095524"/>
              <a:gd name="connsiteY302" fmla="*/ 674604 h 1410656"/>
              <a:gd name="connsiteX303" fmla="*/ 5067104 w 6095524"/>
              <a:gd name="connsiteY303" fmla="*/ 632645 h 1410656"/>
              <a:gd name="connsiteX304" fmla="*/ 5103206 w 6095524"/>
              <a:gd name="connsiteY304" fmla="*/ 609410 h 1410656"/>
              <a:gd name="connsiteX305" fmla="*/ 5125577 w 6095524"/>
              <a:gd name="connsiteY305" fmla="*/ 597216 h 1410656"/>
              <a:gd name="connsiteX306" fmla="*/ 5214200 w 6095524"/>
              <a:gd name="connsiteY306" fmla="*/ 609506 h 1410656"/>
              <a:gd name="connsiteX307" fmla="*/ 5274688 w 6095524"/>
              <a:gd name="connsiteY307" fmla="*/ 621507 h 1410656"/>
              <a:gd name="connsiteX308" fmla="*/ 5294564 w 6095524"/>
              <a:gd name="connsiteY308" fmla="*/ 616899 h 1410656"/>
              <a:gd name="connsiteX309" fmla="*/ 5350732 w 6095524"/>
              <a:gd name="connsiteY309" fmla="*/ 577724 h 1410656"/>
              <a:gd name="connsiteX310" fmla="*/ 5406230 w 6095524"/>
              <a:gd name="connsiteY310" fmla="*/ 560250 h 1410656"/>
              <a:gd name="connsiteX311" fmla="*/ 5447996 w 6095524"/>
              <a:gd name="connsiteY311" fmla="*/ 555257 h 1410656"/>
              <a:gd name="connsiteX312" fmla="*/ 5483904 w 6095524"/>
              <a:gd name="connsiteY312" fmla="*/ 551417 h 1410656"/>
              <a:gd name="connsiteX313" fmla="*/ 5527016 w 6095524"/>
              <a:gd name="connsiteY313" fmla="*/ 540663 h 1410656"/>
              <a:gd name="connsiteX314" fmla="*/ 5551404 w 6095524"/>
              <a:gd name="connsiteY314" fmla="*/ 528949 h 1410656"/>
              <a:gd name="connsiteX315" fmla="*/ 5590194 w 6095524"/>
              <a:gd name="connsiteY315" fmla="*/ 512147 h 1410656"/>
              <a:gd name="connsiteX316" fmla="*/ 5629944 w 6095524"/>
              <a:gd name="connsiteY316" fmla="*/ 490351 h 1410656"/>
              <a:gd name="connsiteX317" fmla="*/ 5660477 w 6095524"/>
              <a:gd name="connsiteY317" fmla="*/ 459818 h 1410656"/>
              <a:gd name="connsiteX318" fmla="*/ 5676896 w 6095524"/>
              <a:gd name="connsiteY318" fmla="*/ 434086 h 1410656"/>
              <a:gd name="connsiteX319" fmla="*/ 5725000 w 6095524"/>
              <a:gd name="connsiteY319" fmla="*/ 397216 h 1410656"/>
              <a:gd name="connsiteX320" fmla="*/ 5768494 w 6095524"/>
              <a:gd name="connsiteY320" fmla="*/ 327701 h 1410656"/>
              <a:gd name="connsiteX321" fmla="*/ 5795763 w 6095524"/>
              <a:gd name="connsiteY321" fmla="*/ 298801 h 1410656"/>
              <a:gd name="connsiteX322" fmla="*/ 5811221 w 6095524"/>
              <a:gd name="connsiteY322" fmla="*/ 290639 h 1410656"/>
              <a:gd name="connsiteX323" fmla="*/ 5837528 w 6095524"/>
              <a:gd name="connsiteY323" fmla="*/ 270573 h 1410656"/>
              <a:gd name="connsiteX324" fmla="*/ 5853084 w 6095524"/>
              <a:gd name="connsiteY324" fmla="*/ 255690 h 1410656"/>
              <a:gd name="connsiteX325" fmla="*/ 5895618 w 6095524"/>
              <a:gd name="connsiteY325" fmla="*/ 200961 h 1410656"/>
              <a:gd name="connsiteX326" fmla="*/ 5908676 w 6095524"/>
              <a:gd name="connsiteY326" fmla="*/ 184735 h 1410656"/>
              <a:gd name="connsiteX327" fmla="*/ 5935657 w 6095524"/>
              <a:gd name="connsiteY327" fmla="*/ 156891 h 1410656"/>
              <a:gd name="connsiteX328" fmla="*/ 5947467 w 6095524"/>
              <a:gd name="connsiteY328" fmla="*/ 148441 h 1410656"/>
              <a:gd name="connsiteX329" fmla="*/ 5968302 w 6095524"/>
              <a:gd name="connsiteY329" fmla="*/ 125782 h 1410656"/>
              <a:gd name="connsiteX330" fmla="*/ 6017942 w 6095524"/>
              <a:gd name="connsiteY330" fmla="*/ 66348 h 1410656"/>
              <a:gd name="connsiteX331" fmla="*/ 6039258 w 6095524"/>
              <a:gd name="connsiteY331" fmla="*/ 33030 h 1410656"/>
              <a:gd name="connsiteX332" fmla="*/ 6081792 w 6095524"/>
              <a:gd name="connsiteY332" fmla="*/ 8451 h 1410656"/>
              <a:gd name="connsiteX333" fmla="*/ 6095524 w 6095524"/>
              <a:gd name="connsiteY333" fmla="*/ 0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</a:cxnLst>
            <a:rect l="l" t="t" r="r" b="b"/>
            <a:pathLst>
              <a:path w="6095524" h="1410656">
                <a:moveTo>
                  <a:pt x="6095524" y="0"/>
                </a:moveTo>
                <a:lnTo>
                  <a:pt x="6095524" y="221634"/>
                </a:lnTo>
                <a:lnTo>
                  <a:pt x="6061052" y="237063"/>
                </a:lnTo>
                <a:cubicBezTo>
                  <a:pt x="6054332" y="239848"/>
                  <a:pt x="6046938" y="241384"/>
                  <a:pt x="6040890" y="245128"/>
                </a:cubicBezTo>
                <a:cubicBezTo>
                  <a:pt x="6013044" y="262219"/>
                  <a:pt x="5986064" y="280654"/>
                  <a:pt x="5957836" y="297073"/>
                </a:cubicBezTo>
                <a:cubicBezTo>
                  <a:pt x="5928744" y="314067"/>
                  <a:pt x="5902724" y="334134"/>
                  <a:pt x="5882656" y="361307"/>
                </a:cubicBezTo>
                <a:cubicBezTo>
                  <a:pt x="5864029" y="386559"/>
                  <a:pt x="5845978" y="412194"/>
                  <a:pt x="5827448" y="437542"/>
                </a:cubicBezTo>
                <a:cubicBezTo>
                  <a:pt x="5822743" y="443975"/>
                  <a:pt x="5818422" y="451561"/>
                  <a:pt x="5811989" y="455690"/>
                </a:cubicBezTo>
                <a:cubicBezTo>
                  <a:pt x="5798643" y="464331"/>
                  <a:pt x="5784048" y="471340"/>
                  <a:pt x="5769742" y="478445"/>
                </a:cubicBezTo>
                <a:cubicBezTo>
                  <a:pt x="5757452" y="484494"/>
                  <a:pt x="5744394" y="489006"/>
                  <a:pt x="5732393" y="495535"/>
                </a:cubicBezTo>
                <a:cubicBezTo>
                  <a:pt x="5722792" y="500721"/>
                  <a:pt x="5714246" y="507922"/>
                  <a:pt x="5705316" y="514451"/>
                </a:cubicBezTo>
                <a:cubicBezTo>
                  <a:pt x="5697539" y="520115"/>
                  <a:pt x="5688994" y="525012"/>
                  <a:pt x="5682465" y="531830"/>
                </a:cubicBezTo>
                <a:cubicBezTo>
                  <a:pt x="5666526" y="548344"/>
                  <a:pt x="5650491" y="564571"/>
                  <a:pt x="5630712" y="576765"/>
                </a:cubicBezTo>
                <a:cubicBezTo>
                  <a:pt x="5611221" y="588862"/>
                  <a:pt x="5592786" y="602401"/>
                  <a:pt x="5573392" y="614691"/>
                </a:cubicBezTo>
                <a:cubicBezTo>
                  <a:pt x="5554380" y="626693"/>
                  <a:pt x="5537194" y="639846"/>
                  <a:pt x="5527304" y="661162"/>
                </a:cubicBezTo>
                <a:cubicBezTo>
                  <a:pt x="5522888" y="670571"/>
                  <a:pt x="5516646" y="680845"/>
                  <a:pt x="5508293" y="686318"/>
                </a:cubicBezTo>
                <a:cubicBezTo>
                  <a:pt x="5496387" y="694095"/>
                  <a:pt x="5481313" y="696880"/>
                  <a:pt x="5468350" y="703505"/>
                </a:cubicBezTo>
                <a:cubicBezTo>
                  <a:pt x="5453084" y="711282"/>
                  <a:pt x="5435418" y="718003"/>
                  <a:pt x="5425048" y="730389"/>
                </a:cubicBezTo>
                <a:cubicBezTo>
                  <a:pt x="5415830" y="741431"/>
                  <a:pt x="5406517" y="750072"/>
                  <a:pt x="5394322" y="757081"/>
                </a:cubicBezTo>
                <a:cubicBezTo>
                  <a:pt x="5385778" y="761978"/>
                  <a:pt x="5379441" y="770907"/>
                  <a:pt x="5370608" y="774940"/>
                </a:cubicBezTo>
                <a:cubicBezTo>
                  <a:pt x="5358990" y="780317"/>
                  <a:pt x="5347276" y="784542"/>
                  <a:pt x="5337098" y="792895"/>
                </a:cubicBezTo>
                <a:cubicBezTo>
                  <a:pt x="5326536" y="801536"/>
                  <a:pt x="5314535" y="808353"/>
                  <a:pt x="5303493" y="816419"/>
                </a:cubicBezTo>
                <a:cubicBezTo>
                  <a:pt x="5297636" y="820739"/>
                  <a:pt x="5292835" y="826404"/>
                  <a:pt x="5287171" y="830917"/>
                </a:cubicBezTo>
                <a:cubicBezTo>
                  <a:pt x="5276801" y="839174"/>
                  <a:pt x="5266239" y="847239"/>
                  <a:pt x="5255581" y="855016"/>
                </a:cubicBezTo>
                <a:cubicBezTo>
                  <a:pt x="5244924" y="862794"/>
                  <a:pt x="5234746" y="871819"/>
                  <a:pt x="5223032" y="877484"/>
                </a:cubicBezTo>
                <a:cubicBezTo>
                  <a:pt x="5203062" y="887086"/>
                  <a:pt x="5181266" y="892847"/>
                  <a:pt x="5161870" y="903216"/>
                </a:cubicBezTo>
                <a:cubicBezTo>
                  <a:pt x="5142188" y="913777"/>
                  <a:pt x="5123656" y="927028"/>
                  <a:pt x="5106182" y="941046"/>
                </a:cubicBezTo>
                <a:cubicBezTo>
                  <a:pt x="5092356" y="952088"/>
                  <a:pt x="5079394" y="963034"/>
                  <a:pt x="5062014" y="968698"/>
                </a:cubicBezTo>
                <a:cubicBezTo>
                  <a:pt x="5052317" y="971867"/>
                  <a:pt x="5042140" y="978780"/>
                  <a:pt x="5036282" y="986846"/>
                </a:cubicBezTo>
                <a:cubicBezTo>
                  <a:pt x="5023608" y="1004416"/>
                  <a:pt x="5007382" y="1016802"/>
                  <a:pt x="4989043" y="1027364"/>
                </a:cubicBezTo>
                <a:cubicBezTo>
                  <a:pt x="4964559" y="1041574"/>
                  <a:pt x="4940363" y="1056072"/>
                  <a:pt x="4915783" y="1069994"/>
                </a:cubicBezTo>
                <a:cubicBezTo>
                  <a:pt x="4901286" y="1078252"/>
                  <a:pt x="4886884" y="1086989"/>
                  <a:pt x="4871520" y="1093038"/>
                </a:cubicBezTo>
                <a:cubicBezTo>
                  <a:pt x="4840124" y="1105520"/>
                  <a:pt x="4807959" y="1116177"/>
                  <a:pt x="4776274" y="1127796"/>
                </a:cubicBezTo>
                <a:cubicBezTo>
                  <a:pt x="4765904" y="1131540"/>
                  <a:pt x="4756110" y="1136917"/>
                  <a:pt x="4745548" y="1140182"/>
                </a:cubicBezTo>
                <a:cubicBezTo>
                  <a:pt x="4734122" y="1143734"/>
                  <a:pt x="4721834" y="1144790"/>
                  <a:pt x="4710408" y="1148343"/>
                </a:cubicBezTo>
                <a:cubicBezTo>
                  <a:pt x="4691396" y="1154199"/>
                  <a:pt x="4672961" y="1161689"/>
                  <a:pt x="4653950" y="1167642"/>
                </a:cubicBezTo>
                <a:cubicBezTo>
                  <a:pt x="4617272" y="1179068"/>
                  <a:pt x="4580498" y="1190014"/>
                  <a:pt x="4543725" y="1200863"/>
                </a:cubicBezTo>
                <a:cubicBezTo>
                  <a:pt x="4535852" y="1203168"/>
                  <a:pt x="4527306" y="1203456"/>
                  <a:pt x="4519530" y="1205952"/>
                </a:cubicBezTo>
                <a:cubicBezTo>
                  <a:pt x="4498886" y="1212673"/>
                  <a:pt x="4478338" y="1219970"/>
                  <a:pt x="4457887" y="1227363"/>
                </a:cubicBezTo>
                <a:cubicBezTo>
                  <a:pt x="4445502" y="1231876"/>
                  <a:pt x="4433403" y="1237445"/>
                  <a:pt x="4420922" y="1241765"/>
                </a:cubicBezTo>
                <a:cubicBezTo>
                  <a:pt x="4410936" y="1245222"/>
                  <a:pt x="4400662" y="1247910"/>
                  <a:pt x="4390292" y="1250023"/>
                </a:cubicBezTo>
                <a:cubicBezTo>
                  <a:pt x="4381363" y="1251848"/>
                  <a:pt x="4372050" y="1251655"/>
                  <a:pt x="4363216" y="1253864"/>
                </a:cubicBezTo>
                <a:cubicBezTo>
                  <a:pt x="4339308" y="1259816"/>
                  <a:pt x="4315689" y="1266538"/>
                  <a:pt x="4291973" y="1272874"/>
                </a:cubicBezTo>
                <a:cubicBezTo>
                  <a:pt x="4282468" y="1275371"/>
                  <a:pt x="4272770" y="1277196"/>
                  <a:pt x="4263552" y="1280364"/>
                </a:cubicBezTo>
                <a:cubicBezTo>
                  <a:pt x="4238876" y="1288717"/>
                  <a:pt x="4214585" y="1298222"/>
                  <a:pt x="4189813" y="1306096"/>
                </a:cubicBezTo>
                <a:cubicBezTo>
                  <a:pt x="4169266" y="1312625"/>
                  <a:pt x="4148142" y="1317329"/>
                  <a:pt x="4127306" y="1323090"/>
                </a:cubicBezTo>
                <a:cubicBezTo>
                  <a:pt x="4118473" y="1325587"/>
                  <a:pt x="4110024" y="1329140"/>
                  <a:pt x="4101192" y="1331251"/>
                </a:cubicBezTo>
                <a:cubicBezTo>
                  <a:pt x="4081412" y="1336053"/>
                  <a:pt x="4061345" y="1340085"/>
                  <a:pt x="4041470" y="1344886"/>
                </a:cubicBezTo>
                <a:cubicBezTo>
                  <a:pt x="4030139" y="1347670"/>
                  <a:pt x="4019194" y="1352663"/>
                  <a:pt x="4007672" y="1354488"/>
                </a:cubicBezTo>
                <a:cubicBezTo>
                  <a:pt x="3980308" y="1358808"/>
                  <a:pt x="3952752" y="1361880"/>
                  <a:pt x="3925195" y="1365337"/>
                </a:cubicBezTo>
                <a:cubicBezTo>
                  <a:pt x="3896776" y="1368889"/>
                  <a:pt x="3868451" y="1372634"/>
                  <a:pt x="3840029" y="1375802"/>
                </a:cubicBezTo>
                <a:cubicBezTo>
                  <a:pt x="3824475" y="1377435"/>
                  <a:pt x="3808824" y="1377723"/>
                  <a:pt x="3793270" y="1379259"/>
                </a:cubicBezTo>
                <a:cubicBezTo>
                  <a:pt x="3779636" y="1380604"/>
                  <a:pt x="3766098" y="1383100"/>
                  <a:pt x="3752464" y="1384733"/>
                </a:cubicBezTo>
                <a:cubicBezTo>
                  <a:pt x="3740654" y="1386076"/>
                  <a:pt x="3728748" y="1386844"/>
                  <a:pt x="3716938" y="1388189"/>
                </a:cubicBezTo>
                <a:cubicBezTo>
                  <a:pt x="3698024" y="1390397"/>
                  <a:pt x="3679204" y="1392894"/>
                  <a:pt x="3660386" y="1395198"/>
                </a:cubicBezTo>
                <a:cubicBezTo>
                  <a:pt x="3652513" y="1396062"/>
                  <a:pt x="3644255" y="1398462"/>
                  <a:pt x="3636862" y="1397023"/>
                </a:cubicBezTo>
                <a:cubicBezTo>
                  <a:pt x="3618235" y="1393373"/>
                  <a:pt x="3599896" y="1394430"/>
                  <a:pt x="3581365" y="1396926"/>
                </a:cubicBezTo>
                <a:cubicBezTo>
                  <a:pt x="3575028" y="1397791"/>
                  <a:pt x="3568211" y="1397598"/>
                  <a:pt x="3562066" y="1395966"/>
                </a:cubicBezTo>
                <a:cubicBezTo>
                  <a:pt x="3549488" y="1392701"/>
                  <a:pt x="3537294" y="1388092"/>
                  <a:pt x="3524908" y="1384060"/>
                </a:cubicBezTo>
                <a:cubicBezTo>
                  <a:pt x="3523563" y="1383580"/>
                  <a:pt x="3521931" y="1383484"/>
                  <a:pt x="3520492" y="1383196"/>
                </a:cubicBezTo>
                <a:cubicBezTo>
                  <a:pt x="3512330" y="1381563"/>
                  <a:pt x="3504266" y="1379931"/>
                  <a:pt x="3496103" y="1378491"/>
                </a:cubicBezTo>
                <a:cubicBezTo>
                  <a:pt x="3491687" y="1377723"/>
                  <a:pt x="3487174" y="1377627"/>
                  <a:pt x="3482757" y="1376955"/>
                </a:cubicBezTo>
                <a:cubicBezTo>
                  <a:pt x="3465667" y="1374266"/>
                  <a:pt x="3446848" y="1378779"/>
                  <a:pt x="3432061" y="1367162"/>
                </a:cubicBezTo>
                <a:cubicBezTo>
                  <a:pt x="3422460" y="1359672"/>
                  <a:pt x="3413146" y="1361401"/>
                  <a:pt x="3402873" y="1362553"/>
                </a:cubicBezTo>
                <a:cubicBezTo>
                  <a:pt x="3395096" y="1363417"/>
                  <a:pt x="3387126" y="1363128"/>
                  <a:pt x="3379253" y="1363225"/>
                </a:cubicBezTo>
                <a:cubicBezTo>
                  <a:pt x="3365427" y="1363512"/>
                  <a:pt x="3351601" y="1363609"/>
                  <a:pt x="3337774" y="1364089"/>
                </a:cubicBezTo>
                <a:cubicBezTo>
                  <a:pt x="3333357" y="1364281"/>
                  <a:pt x="3328846" y="1366682"/>
                  <a:pt x="3324524" y="1366298"/>
                </a:cubicBezTo>
                <a:cubicBezTo>
                  <a:pt x="3304553" y="1364473"/>
                  <a:pt x="3284582" y="1361592"/>
                  <a:pt x="3264610" y="1359960"/>
                </a:cubicBezTo>
                <a:cubicBezTo>
                  <a:pt x="3253281" y="1359001"/>
                  <a:pt x="3241663" y="1360824"/>
                  <a:pt x="3230429" y="1359480"/>
                </a:cubicBezTo>
                <a:cubicBezTo>
                  <a:pt x="3217468" y="1357944"/>
                  <a:pt x="3204794" y="1354008"/>
                  <a:pt x="3191927" y="1351607"/>
                </a:cubicBezTo>
                <a:cubicBezTo>
                  <a:pt x="3188375" y="1350935"/>
                  <a:pt x="3184438" y="1351799"/>
                  <a:pt x="3180694" y="1351991"/>
                </a:cubicBezTo>
                <a:cubicBezTo>
                  <a:pt x="3176469" y="1352183"/>
                  <a:pt x="3172340" y="1352567"/>
                  <a:pt x="3168116" y="1352663"/>
                </a:cubicBezTo>
                <a:cubicBezTo>
                  <a:pt x="3155249" y="1352856"/>
                  <a:pt x="3142384" y="1352567"/>
                  <a:pt x="3129517" y="1353240"/>
                </a:cubicBezTo>
                <a:cubicBezTo>
                  <a:pt x="3121644" y="1353624"/>
                  <a:pt x="3113388" y="1357560"/>
                  <a:pt x="3106089" y="1356120"/>
                </a:cubicBezTo>
                <a:cubicBezTo>
                  <a:pt x="3091208" y="1353335"/>
                  <a:pt x="3076325" y="1359576"/>
                  <a:pt x="3061444" y="1354392"/>
                </a:cubicBezTo>
                <a:cubicBezTo>
                  <a:pt x="3056834" y="1352856"/>
                  <a:pt x="3050497" y="1356696"/>
                  <a:pt x="3044928" y="1356888"/>
                </a:cubicBezTo>
                <a:cubicBezTo>
                  <a:pt x="3031006" y="1357368"/>
                  <a:pt x="3017084" y="1357272"/>
                  <a:pt x="3003162" y="1357176"/>
                </a:cubicBezTo>
                <a:cubicBezTo>
                  <a:pt x="2990680" y="1357080"/>
                  <a:pt x="2977717" y="1358424"/>
                  <a:pt x="2965716" y="1355736"/>
                </a:cubicBezTo>
                <a:cubicBezTo>
                  <a:pt x="2953137" y="1352856"/>
                  <a:pt x="2941808" y="1353240"/>
                  <a:pt x="2929614" y="1356504"/>
                </a:cubicBezTo>
                <a:cubicBezTo>
                  <a:pt x="2921260" y="1358712"/>
                  <a:pt x="2912427" y="1359001"/>
                  <a:pt x="2903786" y="1359672"/>
                </a:cubicBezTo>
                <a:cubicBezTo>
                  <a:pt x="2894473" y="1360440"/>
                  <a:pt x="2884199" y="1358424"/>
                  <a:pt x="2875750" y="1361592"/>
                </a:cubicBezTo>
                <a:cubicBezTo>
                  <a:pt x="2850593" y="1371002"/>
                  <a:pt x="2824765" y="1373018"/>
                  <a:pt x="2798458" y="1373018"/>
                </a:cubicBezTo>
                <a:cubicBezTo>
                  <a:pt x="2793656" y="1373018"/>
                  <a:pt x="2788759" y="1371675"/>
                  <a:pt x="2784152" y="1370234"/>
                </a:cubicBezTo>
                <a:cubicBezTo>
                  <a:pt x="2757266" y="1361592"/>
                  <a:pt x="2730286" y="1362360"/>
                  <a:pt x="2702922" y="1367641"/>
                </a:cubicBezTo>
                <a:cubicBezTo>
                  <a:pt x="2697257" y="1368794"/>
                  <a:pt x="2690921" y="1368986"/>
                  <a:pt x="2685256" y="1367834"/>
                </a:cubicBezTo>
                <a:cubicBezTo>
                  <a:pt x="2669317" y="1364473"/>
                  <a:pt x="2653858" y="1358904"/>
                  <a:pt x="2637824" y="1356504"/>
                </a:cubicBezTo>
                <a:cubicBezTo>
                  <a:pt x="2611324" y="1352567"/>
                  <a:pt x="2588377" y="1365817"/>
                  <a:pt x="2564661" y="1374459"/>
                </a:cubicBezTo>
                <a:cubicBezTo>
                  <a:pt x="2542097" y="1382620"/>
                  <a:pt x="2522894" y="1401055"/>
                  <a:pt x="2496201" y="1396926"/>
                </a:cubicBezTo>
                <a:cubicBezTo>
                  <a:pt x="2493514" y="1396542"/>
                  <a:pt x="2490537" y="1399134"/>
                  <a:pt x="2487560" y="1399807"/>
                </a:cubicBezTo>
                <a:cubicBezTo>
                  <a:pt x="2479399" y="1401631"/>
                  <a:pt x="2471238" y="1403839"/>
                  <a:pt x="2462980" y="1404704"/>
                </a:cubicBezTo>
                <a:cubicBezTo>
                  <a:pt x="2452899" y="1405856"/>
                  <a:pt x="2442625" y="1405472"/>
                  <a:pt x="2432544" y="1406432"/>
                </a:cubicBezTo>
                <a:cubicBezTo>
                  <a:pt x="2419581" y="1407584"/>
                  <a:pt x="2406812" y="1410656"/>
                  <a:pt x="2393945" y="1410656"/>
                </a:cubicBezTo>
                <a:cubicBezTo>
                  <a:pt x="2383575" y="1410656"/>
                  <a:pt x="2373302" y="1407104"/>
                  <a:pt x="2363029" y="1405375"/>
                </a:cubicBezTo>
                <a:cubicBezTo>
                  <a:pt x="2348530" y="1402975"/>
                  <a:pt x="2332591" y="1403647"/>
                  <a:pt x="2319821" y="1397502"/>
                </a:cubicBezTo>
                <a:cubicBezTo>
                  <a:pt x="2306188" y="1390973"/>
                  <a:pt x="2293225" y="1387997"/>
                  <a:pt x="2279111" y="1390013"/>
                </a:cubicBezTo>
                <a:cubicBezTo>
                  <a:pt x="2274406" y="1390685"/>
                  <a:pt x="2268357" y="1394718"/>
                  <a:pt x="2266245" y="1398846"/>
                </a:cubicBezTo>
                <a:cubicBezTo>
                  <a:pt x="2261540" y="1408064"/>
                  <a:pt x="2255108" y="1409697"/>
                  <a:pt x="2246370" y="1406527"/>
                </a:cubicBezTo>
                <a:cubicBezTo>
                  <a:pt x="2238785" y="1403839"/>
                  <a:pt x="2229471" y="1402495"/>
                  <a:pt x="2224287" y="1397310"/>
                </a:cubicBezTo>
                <a:cubicBezTo>
                  <a:pt x="2209596" y="1382620"/>
                  <a:pt x="2190873" y="1382140"/>
                  <a:pt x="2172630" y="1378204"/>
                </a:cubicBezTo>
                <a:cubicBezTo>
                  <a:pt x="2161494" y="1375802"/>
                  <a:pt x="2151123" y="1375707"/>
                  <a:pt x="2139985" y="1377339"/>
                </a:cubicBezTo>
                <a:cubicBezTo>
                  <a:pt x="2115790" y="1380988"/>
                  <a:pt x="2092266" y="1375802"/>
                  <a:pt x="2069030" y="1369178"/>
                </a:cubicBezTo>
                <a:cubicBezTo>
                  <a:pt x="2053667" y="1364761"/>
                  <a:pt x="2037921" y="1362073"/>
                  <a:pt x="2022655" y="1357560"/>
                </a:cubicBezTo>
                <a:cubicBezTo>
                  <a:pt x="2011229" y="1354104"/>
                  <a:pt x="1999804" y="1349975"/>
                  <a:pt x="1989339" y="1344406"/>
                </a:cubicBezTo>
                <a:cubicBezTo>
                  <a:pt x="1974167" y="1336244"/>
                  <a:pt x="1960918" y="1323954"/>
                  <a:pt x="1941618" y="1327219"/>
                </a:cubicBezTo>
                <a:cubicBezTo>
                  <a:pt x="1924623" y="1330099"/>
                  <a:pt x="1909262" y="1324051"/>
                  <a:pt x="1893707" y="1318290"/>
                </a:cubicBezTo>
                <a:cubicBezTo>
                  <a:pt x="1882281" y="1314065"/>
                  <a:pt x="1870857" y="1309744"/>
                  <a:pt x="1859045" y="1307056"/>
                </a:cubicBezTo>
                <a:cubicBezTo>
                  <a:pt x="1845027" y="1303887"/>
                  <a:pt x="1829184" y="1305232"/>
                  <a:pt x="1816702" y="1299374"/>
                </a:cubicBezTo>
                <a:cubicBezTo>
                  <a:pt x="1803644" y="1293229"/>
                  <a:pt x="1792795" y="1297358"/>
                  <a:pt x="1781177" y="1299087"/>
                </a:cubicBezTo>
                <a:cubicBezTo>
                  <a:pt x="1762646" y="1301775"/>
                  <a:pt x="1744210" y="1306768"/>
                  <a:pt x="1725488" y="1300431"/>
                </a:cubicBezTo>
                <a:cubicBezTo>
                  <a:pt x="1702733" y="1292750"/>
                  <a:pt x="1680169" y="1284493"/>
                  <a:pt x="1657318" y="1277196"/>
                </a:cubicBezTo>
                <a:cubicBezTo>
                  <a:pt x="1648483" y="1274410"/>
                  <a:pt x="1638980" y="1273258"/>
                  <a:pt x="1629761" y="1272010"/>
                </a:cubicBezTo>
                <a:cubicBezTo>
                  <a:pt x="1621025" y="1270954"/>
                  <a:pt x="1610559" y="1273642"/>
                  <a:pt x="1603837" y="1269610"/>
                </a:cubicBezTo>
                <a:cubicBezTo>
                  <a:pt x="1586554" y="1259241"/>
                  <a:pt x="1568792" y="1254152"/>
                  <a:pt x="1548820" y="1254152"/>
                </a:cubicBezTo>
                <a:cubicBezTo>
                  <a:pt x="1541330" y="1254152"/>
                  <a:pt x="1534033" y="1249831"/>
                  <a:pt x="1526449" y="1249062"/>
                </a:cubicBezTo>
                <a:cubicBezTo>
                  <a:pt x="1516078" y="1248103"/>
                  <a:pt x="1504172" y="1245510"/>
                  <a:pt x="1495147" y="1249159"/>
                </a:cubicBezTo>
                <a:cubicBezTo>
                  <a:pt x="1473928" y="1257800"/>
                  <a:pt x="1456742" y="1250599"/>
                  <a:pt x="1438211" y="1242054"/>
                </a:cubicBezTo>
                <a:cubicBezTo>
                  <a:pt x="1419967" y="1233604"/>
                  <a:pt x="1400764" y="1226884"/>
                  <a:pt x="1381370" y="1221314"/>
                </a:cubicBezTo>
                <a:cubicBezTo>
                  <a:pt x="1374073" y="1219298"/>
                  <a:pt x="1365336" y="1222659"/>
                  <a:pt x="1357270" y="1223330"/>
                </a:cubicBezTo>
                <a:cubicBezTo>
                  <a:pt x="1354389" y="1223523"/>
                  <a:pt x="1351220" y="1223811"/>
                  <a:pt x="1348629" y="1222851"/>
                </a:cubicBezTo>
                <a:cubicBezTo>
                  <a:pt x="1323569" y="1213633"/>
                  <a:pt x="1298124" y="1206624"/>
                  <a:pt x="1270953" y="1211424"/>
                </a:cubicBezTo>
                <a:cubicBezTo>
                  <a:pt x="1268457" y="1211905"/>
                  <a:pt x="1265672" y="1210849"/>
                  <a:pt x="1263175" y="1210177"/>
                </a:cubicBezTo>
                <a:cubicBezTo>
                  <a:pt x="1250981" y="1206720"/>
                  <a:pt x="1239075" y="1201247"/>
                  <a:pt x="1226690" y="1199999"/>
                </a:cubicBezTo>
                <a:cubicBezTo>
                  <a:pt x="1196157" y="1196927"/>
                  <a:pt x="1165433" y="1195678"/>
                  <a:pt x="1134706" y="1193662"/>
                </a:cubicBezTo>
                <a:cubicBezTo>
                  <a:pt x="1132786" y="1193566"/>
                  <a:pt x="1130770" y="1193566"/>
                  <a:pt x="1129042" y="1192894"/>
                </a:cubicBezTo>
                <a:cubicBezTo>
                  <a:pt x="1117712" y="1188765"/>
                  <a:pt x="1107823" y="1190110"/>
                  <a:pt x="1098220" y="1197982"/>
                </a:cubicBezTo>
                <a:cubicBezTo>
                  <a:pt x="1093996" y="1201439"/>
                  <a:pt x="1088235" y="1203263"/>
                  <a:pt x="1082955" y="1205184"/>
                </a:cubicBezTo>
                <a:cubicBezTo>
                  <a:pt x="1075177" y="1208065"/>
                  <a:pt x="1067208" y="1210849"/>
                  <a:pt x="1059143" y="1212673"/>
                </a:cubicBezTo>
                <a:cubicBezTo>
                  <a:pt x="1051173" y="1214401"/>
                  <a:pt x="1042628" y="1216801"/>
                  <a:pt x="1034947" y="1215458"/>
                </a:cubicBezTo>
                <a:cubicBezTo>
                  <a:pt x="1021121" y="1213057"/>
                  <a:pt x="1007966" y="1207681"/>
                  <a:pt x="994332" y="1204127"/>
                </a:cubicBezTo>
                <a:cubicBezTo>
                  <a:pt x="989628" y="1202879"/>
                  <a:pt x="984442" y="1203072"/>
                  <a:pt x="979546" y="1202975"/>
                </a:cubicBezTo>
                <a:cubicBezTo>
                  <a:pt x="968312" y="1202688"/>
                  <a:pt x="956790" y="1205472"/>
                  <a:pt x="946613" y="1197503"/>
                </a:cubicBezTo>
                <a:cubicBezTo>
                  <a:pt x="937204" y="1190014"/>
                  <a:pt x="927697" y="1192221"/>
                  <a:pt x="917808" y="1197887"/>
                </a:cubicBezTo>
                <a:cubicBezTo>
                  <a:pt x="910703" y="1201920"/>
                  <a:pt x="902639" y="1205088"/>
                  <a:pt x="894669" y="1206624"/>
                </a:cubicBezTo>
                <a:cubicBezTo>
                  <a:pt x="883723" y="1208736"/>
                  <a:pt x="872873" y="1209601"/>
                  <a:pt x="861063" y="1208352"/>
                </a:cubicBezTo>
                <a:cubicBezTo>
                  <a:pt x="852710" y="1207488"/>
                  <a:pt x="845892" y="1207104"/>
                  <a:pt x="839363" y="1202015"/>
                </a:cubicBezTo>
                <a:cubicBezTo>
                  <a:pt x="838308" y="1201247"/>
                  <a:pt x="836388" y="1201055"/>
                  <a:pt x="834947" y="1201152"/>
                </a:cubicBezTo>
                <a:cubicBezTo>
                  <a:pt x="816032" y="1202784"/>
                  <a:pt x="797309" y="1201920"/>
                  <a:pt x="778202" y="1200767"/>
                </a:cubicBezTo>
                <a:cubicBezTo>
                  <a:pt x="753911" y="1199231"/>
                  <a:pt x="728370" y="1203743"/>
                  <a:pt x="707343" y="1219874"/>
                </a:cubicBezTo>
                <a:cubicBezTo>
                  <a:pt x="704271" y="1222275"/>
                  <a:pt x="699662" y="1223330"/>
                  <a:pt x="695629" y="1223907"/>
                </a:cubicBezTo>
                <a:cubicBezTo>
                  <a:pt x="676618" y="1226403"/>
                  <a:pt x="657511" y="1228132"/>
                  <a:pt x="638500" y="1230916"/>
                </a:cubicBezTo>
                <a:cubicBezTo>
                  <a:pt x="628130" y="1232452"/>
                  <a:pt x="617280" y="1233797"/>
                  <a:pt x="607872" y="1238021"/>
                </a:cubicBezTo>
                <a:cubicBezTo>
                  <a:pt x="598655" y="1242149"/>
                  <a:pt x="591260" y="1247046"/>
                  <a:pt x="585788" y="1238405"/>
                </a:cubicBezTo>
                <a:cubicBezTo>
                  <a:pt x="575995" y="1243014"/>
                  <a:pt x="567448" y="1246855"/>
                  <a:pt x="559097" y="1250983"/>
                </a:cubicBezTo>
                <a:cubicBezTo>
                  <a:pt x="556023" y="1252519"/>
                  <a:pt x="553431" y="1255016"/>
                  <a:pt x="550358" y="1256456"/>
                </a:cubicBezTo>
                <a:cubicBezTo>
                  <a:pt x="547093" y="1257993"/>
                  <a:pt x="543445" y="1258952"/>
                  <a:pt x="539893" y="1259720"/>
                </a:cubicBezTo>
                <a:cubicBezTo>
                  <a:pt x="524050" y="1263177"/>
                  <a:pt x="508207" y="1266345"/>
                  <a:pt x="492462" y="1270090"/>
                </a:cubicBezTo>
                <a:cubicBezTo>
                  <a:pt x="489388" y="1270858"/>
                  <a:pt x="486796" y="1273931"/>
                  <a:pt x="484011" y="1275947"/>
                </a:cubicBezTo>
                <a:cubicBezTo>
                  <a:pt x="482187" y="1277291"/>
                  <a:pt x="480363" y="1279307"/>
                  <a:pt x="478346" y="1279596"/>
                </a:cubicBezTo>
                <a:cubicBezTo>
                  <a:pt x="462984" y="1281900"/>
                  <a:pt x="447718" y="1284589"/>
                  <a:pt x="432260" y="1285741"/>
                </a:cubicBezTo>
                <a:cubicBezTo>
                  <a:pt x="419298" y="1286700"/>
                  <a:pt x="406815" y="1286413"/>
                  <a:pt x="403455" y="1303119"/>
                </a:cubicBezTo>
                <a:cubicBezTo>
                  <a:pt x="402879" y="1306000"/>
                  <a:pt x="398750" y="1309073"/>
                  <a:pt x="395583" y="1310512"/>
                </a:cubicBezTo>
                <a:cubicBezTo>
                  <a:pt x="386557" y="1314641"/>
                  <a:pt x="376954" y="1317425"/>
                  <a:pt x="368025" y="1321650"/>
                </a:cubicBezTo>
                <a:cubicBezTo>
                  <a:pt x="338741" y="1335764"/>
                  <a:pt x="308113" y="1344694"/>
                  <a:pt x="275371" y="1343062"/>
                </a:cubicBezTo>
                <a:cubicBezTo>
                  <a:pt x="265194" y="1342582"/>
                  <a:pt x="255304" y="1337396"/>
                  <a:pt x="248871" y="1335476"/>
                </a:cubicBezTo>
                <a:cubicBezTo>
                  <a:pt x="230341" y="1343062"/>
                  <a:pt x="214786" y="1350359"/>
                  <a:pt x="198559" y="1355831"/>
                </a:cubicBezTo>
                <a:cubicBezTo>
                  <a:pt x="184253" y="1360728"/>
                  <a:pt x="169274" y="1363801"/>
                  <a:pt x="154583" y="1367353"/>
                </a:cubicBezTo>
                <a:cubicBezTo>
                  <a:pt x="149206" y="1368698"/>
                  <a:pt x="143734" y="1369466"/>
                  <a:pt x="138261" y="1370138"/>
                </a:cubicBezTo>
                <a:cubicBezTo>
                  <a:pt x="121171" y="1372250"/>
                  <a:pt x="103312" y="1367162"/>
                  <a:pt x="86606" y="1375227"/>
                </a:cubicBezTo>
                <a:cubicBezTo>
                  <a:pt x="77868" y="1379452"/>
                  <a:pt x="69226" y="1384540"/>
                  <a:pt x="60009" y="1386749"/>
                </a:cubicBezTo>
                <a:cubicBezTo>
                  <a:pt x="50120" y="1389149"/>
                  <a:pt x="40446" y="1392894"/>
                  <a:pt x="30568" y="1395570"/>
                </a:cubicBezTo>
                <a:lnTo>
                  <a:pt x="0" y="1397975"/>
                </a:lnTo>
                <a:lnTo>
                  <a:pt x="0" y="1041395"/>
                </a:lnTo>
                <a:lnTo>
                  <a:pt x="17282" y="1043014"/>
                </a:lnTo>
                <a:cubicBezTo>
                  <a:pt x="26692" y="1044358"/>
                  <a:pt x="35813" y="1048967"/>
                  <a:pt x="45030" y="1049159"/>
                </a:cubicBezTo>
                <a:cubicBezTo>
                  <a:pt x="59529" y="1049448"/>
                  <a:pt x="72395" y="1051271"/>
                  <a:pt x="85356" y="1059145"/>
                </a:cubicBezTo>
                <a:cubicBezTo>
                  <a:pt x="104944" y="1070955"/>
                  <a:pt x="121074" y="1065962"/>
                  <a:pt x="133077" y="1047815"/>
                </a:cubicBezTo>
                <a:cubicBezTo>
                  <a:pt x="134325" y="1045991"/>
                  <a:pt x="135957" y="1043590"/>
                  <a:pt x="137877" y="1043110"/>
                </a:cubicBezTo>
                <a:cubicBezTo>
                  <a:pt x="154872" y="1038885"/>
                  <a:pt x="172347" y="1030820"/>
                  <a:pt x="189053" y="1031877"/>
                </a:cubicBezTo>
                <a:cubicBezTo>
                  <a:pt x="218530" y="1033797"/>
                  <a:pt x="246278" y="1031493"/>
                  <a:pt x="273066" y="1019010"/>
                </a:cubicBezTo>
                <a:cubicBezTo>
                  <a:pt x="274698" y="1018242"/>
                  <a:pt x="277195" y="1017474"/>
                  <a:pt x="278539" y="1018146"/>
                </a:cubicBezTo>
                <a:cubicBezTo>
                  <a:pt x="294670" y="1026500"/>
                  <a:pt x="312336" y="1033125"/>
                  <a:pt x="326355" y="1044358"/>
                </a:cubicBezTo>
                <a:cubicBezTo>
                  <a:pt x="339701" y="1055016"/>
                  <a:pt x="355832" y="1055112"/>
                  <a:pt x="364761" y="1040710"/>
                </a:cubicBezTo>
                <a:cubicBezTo>
                  <a:pt x="369177" y="1033604"/>
                  <a:pt x="375322" y="1025348"/>
                  <a:pt x="382619" y="1022562"/>
                </a:cubicBezTo>
                <a:cubicBezTo>
                  <a:pt x="399134" y="1016226"/>
                  <a:pt x="416802" y="1012961"/>
                  <a:pt x="433988" y="1008256"/>
                </a:cubicBezTo>
                <a:cubicBezTo>
                  <a:pt x="455208" y="1002495"/>
                  <a:pt x="476139" y="1002495"/>
                  <a:pt x="497262" y="1009697"/>
                </a:cubicBezTo>
                <a:cubicBezTo>
                  <a:pt x="512145" y="1014785"/>
                  <a:pt x="527315" y="1014785"/>
                  <a:pt x="542101" y="1007872"/>
                </a:cubicBezTo>
                <a:cubicBezTo>
                  <a:pt x="550070" y="1004128"/>
                  <a:pt x="558232" y="1000288"/>
                  <a:pt x="566681" y="998175"/>
                </a:cubicBezTo>
                <a:cubicBezTo>
                  <a:pt x="572154" y="996830"/>
                  <a:pt x="578490" y="998079"/>
                  <a:pt x="584251" y="999136"/>
                </a:cubicBezTo>
                <a:cubicBezTo>
                  <a:pt x="595389" y="1001248"/>
                  <a:pt x="606911" y="1007681"/>
                  <a:pt x="617280" y="1006049"/>
                </a:cubicBezTo>
                <a:cubicBezTo>
                  <a:pt x="653095" y="1000288"/>
                  <a:pt x="686892" y="1013826"/>
                  <a:pt x="721842" y="1014210"/>
                </a:cubicBezTo>
                <a:cubicBezTo>
                  <a:pt x="737684" y="1014401"/>
                  <a:pt x="753335" y="1017474"/>
                  <a:pt x="764472" y="1001440"/>
                </a:cubicBezTo>
                <a:cubicBezTo>
                  <a:pt x="765912" y="999327"/>
                  <a:pt x="772922" y="1000479"/>
                  <a:pt x="777242" y="1001152"/>
                </a:cubicBezTo>
                <a:cubicBezTo>
                  <a:pt x="786844" y="1002592"/>
                  <a:pt x="796350" y="1006240"/>
                  <a:pt x="805854" y="1006145"/>
                </a:cubicBezTo>
                <a:cubicBezTo>
                  <a:pt x="825538" y="1006049"/>
                  <a:pt x="845317" y="1004513"/>
                  <a:pt x="864904" y="1002784"/>
                </a:cubicBezTo>
                <a:cubicBezTo>
                  <a:pt x="872297" y="1002111"/>
                  <a:pt x="879402" y="999520"/>
                  <a:pt x="886700" y="997695"/>
                </a:cubicBezTo>
                <a:cubicBezTo>
                  <a:pt x="890732" y="996639"/>
                  <a:pt x="895053" y="993855"/>
                  <a:pt x="898797" y="994430"/>
                </a:cubicBezTo>
                <a:cubicBezTo>
                  <a:pt x="920497" y="997791"/>
                  <a:pt x="940372" y="989534"/>
                  <a:pt x="960919" y="985405"/>
                </a:cubicBezTo>
                <a:cubicBezTo>
                  <a:pt x="970425" y="983485"/>
                  <a:pt x="979354" y="978876"/>
                  <a:pt x="988571" y="975708"/>
                </a:cubicBezTo>
                <a:cubicBezTo>
                  <a:pt x="990972" y="974843"/>
                  <a:pt x="993660" y="974075"/>
                  <a:pt x="996061" y="974268"/>
                </a:cubicBezTo>
                <a:cubicBezTo>
                  <a:pt x="1009791" y="975420"/>
                  <a:pt x="1023425" y="977052"/>
                  <a:pt x="1037059" y="978300"/>
                </a:cubicBezTo>
                <a:cubicBezTo>
                  <a:pt x="1049445" y="979452"/>
                  <a:pt x="1061927" y="979836"/>
                  <a:pt x="1067784" y="993950"/>
                </a:cubicBezTo>
                <a:cubicBezTo>
                  <a:pt x="1068649" y="996159"/>
                  <a:pt x="1071528" y="997791"/>
                  <a:pt x="1073737" y="999231"/>
                </a:cubicBezTo>
                <a:cubicBezTo>
                  <a:pt x="1107823" y="1021411"/>
                  <a:pt x="1126065" y="1020835"/>
                  <a:pt x="1159383" y="997407"/>
                </a:cubicBezTo>
                <a:cubicBezTo>
                  <a:pt x="1162839" y="995007"/>
                  <a:pt x="1170232" y="993278"/>
                  <a:pt x="1172536" y="995198"/>
                </a:cubicBezTo>
                <a:cubicBezTo>
                  <a:pt x="1192124" y="1011137"/>
                  <a:pt x="1213535" y="1009409"/>
                  <a:pt x="1236099" y="1004416"/>
                </a:cubicBezTo>
                <a:cubicBezTo>
                  <a:pt x="1241956" y="1003072"/>
                  <a:pt x="1250213" y="1003072"/>
                  <a:pt x="1254630" y="1006240"/>
                </a:cubicBezTo>
                <a:cubicBezTo>
                  <a:pt x="1275657" y="1020930"/>
                  <a:pt x="1298221" y="1018819"/>
                  <a:pt x="1321072" y="1014498"/>
                </a:cubicBezTo>
                <a:cubicBezTo>
                  <a:pt x="1324624" y="1013826"/>
                  <a:pt x="1328946" y="1010177"/>
                  <a:pt x="1330481" y="1006817"/>
                </a:cubicBezTo>
                <a:cubicBezTo>
                  <a:pt x="1335955" y="994911"/>
                  <a:pt x="1346229" y="990878"/>
                  <a:pt x="1357558" y="987517"/>
                </a:cubicBezTo>
                <a:cubicBezTo>
                  <a:pt x="1375417" y="982044"/>
                  <a:pt x="1392987" y="975611"/>
                  <a:pt x="1410942" y="970427"/>
                </a:cubicBezTo>
                <a:cubicBezTo>
                  <a:pt x="1415360" y="969179"/>
                  <a:pt x="1420832" y="969947"/>
                  <a:pt x="1425441" y="971387"/>
                </a:cubicBezTo>
                <a:cubicBezTo>
                  <a:pt x="1441187" y="976284"/>
                  <a:pt x="1451173" y="988574"/>
                  <a:pt x="1462118" y="999904"/>
                </a:cubicBezTo>
                <a:cubicBezTo>
                  <a:pt x="1466919" y="1004897"/>
                  <a:pt x="1473544" y="1008449"/>
                  <a:pt x="1479978" y="1011329"/>
                </a:cubicBezTo>
                <a:cubicBezTo>
                  <a:pt x="1496684" y="1018723"/>
                  <a:pt x="1513775" y="1025348"/>
                  <a:pt x="1530674" y="1032356"/>
                </a:cubicBezTo>
                <a:cubicBezTo>
                  <a:pt x="1532306" y="1033029"/>
                  <a:pt x="1533649" y="1034757"/>
                  <a:pt x="1534898" y="1036197"/>
                </a:cubicBezTo>
                <a:cubicBezTo>
                  <a:pt x="1547380" y="1051368"/>
                  <a:pt x="1559765" y="1066634"/>
                  <a:pt x="1572344" y="1081804"/>
                </a:cubicBezTo>
                <a:cubicBezTo>
                  <a:pt x="1574744" y="1084684"/>
                  <a:pt x="1578201" y="1086797"/>
                  <a:pt x="1580793" y="1089581"/>
                </a:cubicBezTo>
                <a:cubicBezTo>
                  <a:pt x="1584442" y="1093422"/>
                  <a:pt x="1589051" y="1097071"/>
                  <a:pt x="1590971" y="1101680"/>
                </a:cubicBezTo>
                <a:cubicBezTo>
                  <a:pt x="1596923" y="1116177"/>
                  <a:pt x="1608350" y="1122419"/>
                  <a:pt x="1622751" y="1125108"/>
                </a:cubicBezTo>
                <a:cubicBezTo>
                  <a:pt x="1635906" y="1127603"/>
                  <a:pt x="1649060" y="1129716"/>
                  <a:pt x="1662118" y="1132596"/>
                </a:cubicBezTo>
                <a:cubicBezTo>
                  <a:pt x="1678056" y="1136053"/>
                  <a:pt x="1693899" y="1139798"/>
                  <a:pt x="1709646" y="1144022"/>
                </a:cubicBezTo>
                <a:cubicBezTo>
                  <a:pt x="1716462" y="1145847"/>
                  <a:pt x="1723664" y="1147959"/>
                  <a:pt x="1729521" y="1151704"/>
                </a:cubicBezTo>
                <a:cubicBezTo>
                  <a:pt x="1745939" y="1162073"/>
                  <a:pt x="1763510" y="1169082"/>
                  <a:pt x="1782809" y="1166298"/>
                </a:cubicBezTo>
                <a:cubicBezTo>
                  <a:pt x="1798267" y="1164089"/>
                  <a:pt x="1811229" y="1169754"/>
                  <a:pt x="1820831" y="1178588"/>
                </a:cubicBezTo>
                <a:cubicBezTo>
                  <a:pt x="1838306" y="1194623"/>
                  <a:pt x="1857028" y="1190973"/>
                  <a:pt x="1875656" y="1185789"/>
                </a:cubicBezTo>
                <a:cubicBezTo>
                  <a:pt x="1885257" y="1183101"/>
                  <a:pt x="1893130" y="1183485"/>
                  <a:pt x="1902252" y="1186076"/>
                </a:cubicBezTo>
                <a:cubicBezTo>
                  <a:pt x="1923375" y="1192126"/>
                  <a:pt x="1937490" y="1208544"/>
                  <a:pt x="1951123" y="1222946"/>
                </a:cubicBezTo>
                <a:cubicBezTo>
                  <a:pt x="1962742" y="1235236"/>
                  <a:pt x="1975800" y="1242149"/>
                  <a:pt x="1990106" y="1247335"/>
                </a:cubicBezTo>
                <a:cubicBezTo>
                  <a:pt x="2008157" y="1253959"/>
                  <a:pt x="2022463" y="1251464"/>
                  <a:pt x="2031105" y="1235525"/>
                </a:cubicBezTo>
                <a:cubicBezTo>
                  <a:pt x="2033505" y="1231012"/>
                  <a:pt x="2037729" y="1225730"/>
                  <a:pt x="2042242" y="1224387"/>
                </a:cubicBezTo>
                <a:cubicBezTo>
                  <a:pt x="2064037" y="1217666"/>
                  <a:pt x="2086121" y="1207872"/>
                  <a:pt x="2109453" y="1213826"/>
                </a:cubicBezTo>
                <a:cubicBezTo>
                  <a:pt x="2141714" y="1221987"/>
                  <a:pt x="2173207" y="1221507"/>
                  <a:pt x="2205468" y="1213442"/>
                </a:cubicBezTo>
                <a:cubicBezTo>
                  <a:pt x="2257796" y="1200383"/>
                  <a:pt x="2310124" y="1186557"/>
                  <a:pt x="2365142" y="1189437"/>
                </a:cubicBezTo>
                <a:cubicBezTo>
                  <a:pt x="2374262" y="1189917"/>
                  <a:pt x="2385112" y="1184060"/>
                  <a:pt x="2392985" y="1178299"/>
                </a:cubicBezTo>
                <a:cubicBezTo>
                  <a:pt x="2408060" y="1167354"/>
                  <a:pt x="2407387" y="1166489"/>
                  <a:pt x="2424286" y="1175515"/>
                </a:cubicBezTo>
                <a:cubicBezTo>
                  <a:pt x="2428319" y="1177724"/>
                  <a:pt x="2433312" y="1179068"/>
                  <a:pt x="2436289" y="1182333"/>
                </a:cubicBezTo>
                <a:cubicBezTo>
                  <a:pt x="2451458" y="1198943"/>
                  <a:pt x="2470182" y="1194910"/>
                  <a:pt x="2488808" y="1192510"/>
                </a:cubicBezTo>
                <a:cubicBezTo>
                  <a:pt x="2492073" y="1192030"/>
                  <a:pt x="2496009" y="1191358"/>
                  <a:pt x="2498795" y="1192702"/>
                </a:cubicBezTo>
                <a:cubicBezTo>
                  <a:pt x="2511372" y="1198750"/>
                  <a:pt x="2522030" y="1196639"/>
                  <a:pt x="2532976" y="1188381"/>
                </a:cubicBezTo>
                <a:cubicBezTo>
                  <a:pt x="2542481" y="1181276"/>
                  <a:pt x="2553427" y="1177052"/>
                  <a:pt x="2564661" y="1185885"/>
                </a:cubicBezTo>
                <a:cubicBezTo>
                  <a:pt x="2589625" y="1205472"/>
                  <a:pt x="2616316" y="1206432"/>
                  <a:pt x="2644545" y="1194046"/>
                </a:cubicBezTo>
                <a:cubicBezTo>
                  <a:pt x="2664708" y="1185213"/>
                  <a:pt x="2684583" y="1183196"/>
                  <a:pt x="2705803" y="1192126"/>
                </a:cubicBezTo>
                <a:cubicBezTo>
                  <a:pt x="2713964" y="1195582"/>
                  <a:pt x="2724526" y="1193278"/>
                  <a:pt x="2734031" y="1194046"/>
                </a:cubicBezTo>
                <a:cubicBezTo>
                  <a:pt x="2739408" y="1194430"/>
                  <a:pt x="2745362" y="1194526"/>
                  <a:pt x="2749969" y="1196927"/>
                </a:cubicBezTo>
                <a:cubicBezTo>
                  <a:pt x="2762260" y="1203072"/>
                  <a:pt x="2773685" y="1210945"/>
                  <a:pt x="2786071" y="1216994"/>
                </a:cubicBezTo>
                <a:cubicBezTo>
                  <a:pt x="2792024" y="1219874"/>
                  <a:pt x="2799129" y="1221410"/>
                  <a:pt x="2805851" y="1221507"/>
                </a:cubicBezTo>
                <a:cubicBezTo>
                  <a:pt x="2825726" y="1221987"/>
                  <a:pt x="2845601" y="1221987"/>
                  <a:pt x="2865380" y="1221123"/>
                </a:cubicBezTo>
                <a:cubicBezTo>
                  <a:pt x="2898025" y="1219778"/>
                  <a:pt x="2931150" y="1219490"/>
                  <a:pt x="2954674" y="1190878"/>
                </a:cubicBezTo>
                <a:cubicBezTo>
                  <a:pt x="2956595" y="1188573"/>
                  <a:pt x="2960723" y="1187229"/>
                  <a:pt x="2963988" y="1186845"/>
                </a:cubicBezTo>
                <a:cubicBezTo>
                  <a:pt x="2979062" y="1185021"/>
                  <a:pt x="2994520" y="1184828"/>
                  <a:pt x="3009403" y="1181852"/>
                </a:cubicBezTo>
                <a:cubicBezTo>
                  <a:pt x="3021309" y="1179452"/>
                  <a:pt x="3031199" y="1180220"/>
                  <a:pt x="3040223" y="1188669"/>
                </a:cubicBezTo>
                <a:cubicBezTo>
                  <a:pt x="3052034" y="1199807"/>
                  <a:pt x="3066436" y="1206336"/>
                  <a:pt x="3082183" y="1202784"/>
                </a:cubicBezTo>
                <a:cubicBezTo>
                  <a:pt x="3097928" y="1199327"/>
                  <a:pt x="3108298" y="1206816"/>
                  <a:pt x="3119916" y="1214594"/>
                </a:cubicBezTo>
                <a:cubicBezTo>
                  <a:pt x="3128366" y="1220258"/>
                  <a:pt x="3137967" y="1227363"/>
                  <a:pt x="3147376" y="1227939"/>
                </a:cubicBezTo>
                <a:cubicBezTo>
                  <a:pt x="3168692" y="1229187"/>
                  <a:pt x="3187031" y="1248967"/>
                  <a:pt x="3210171" y="1237733"/>
                </a:cubicBezTo>
                <a:cubicBezTo>
                  <a:pt x="3211707" y="1236965"/>
                  <a:pt x="3214491" y="1238885"/>
                  <a:pt x="3216700" y="1239365"/>
                </a:cubicBezTo>
                <a:cubicBezTo>
                  <a:pt x="3234366" y="1243014"/>
                  <a:pt x="3250977" y="1239461"/>
                  <a:pt x="3263939" y="1227459"/>
                </a:cubicBezTo>
                <a:cubicBezTo>
                  <a:pt x="3280934" y="1211809"/>
                  <a:pt x="3299752" y="1210272"/>
                  <a:pt x="3320683" y="1215362"/>
                </a:cubicBezTo>
                <a:cubicBezTo>
                  <a:pt x="3327405" y="1216994"/>
                  <a:pt x="3334126" y="1218146"/>
                  <a:pt x="3340943" y="1219490"/>
                </a:cubicBezTo>
                <a:cubicBezTo>
                  <a:pt x="3350160" y="1221410"/>
                  <a:pt x="3359474" y="1223427"/>
                  <a:pt x="3368691" y="1225347"/>
                </a:cubicBezTo>
                <a:cubicBezTo>
                  <a:pt x="3377621" y="1227268"/>
                  <a:pt x="3387511" y="1230532"/>
                  <a:pt x="3394423" y="1222275"/>
                </a:cubicBezTo>
                <a:cubicBezTo>
                  <a:pt x="3400376" y="1215169"/>
                  <a:pt x="3404601" y="1215842"/>
                  <a:pt x="3410074" y="1221987"/>
                </a:cubicBezTo>
                <a:cubicBezTo>
                  <a:pt x="3429085" y="1243494"/>
                  <a:pt x="3452129" y="1256936"/>
                  <a:pt x="3481509" y="1257896"/>
                </a:cubicBezTo>
                <a:cubicBezTo>
                  <a:pt x="3487558" y="1258088"/>
                  <a:pt x="3493703" y="1259432"/>
                  <a:pt x="3499656" y="1260873"/>
                </a:cubicBezTo>
                <a:cubicBezTo>
                  <a:pt x="3503305" y="1261736"/>
                  <a:pt x="3507722" y="1262697"/>
                  <a:pt x="3509930" y="1265290"/>
                </a:cubicBezTo>
                <a:cubicBezTo>
                  <a:pt x="3527116" y="1285068"/>
                  <a:pt x="3548528" y="1298799"/>
                  <a:pt x="3571860" y="1309841"/>
                </a:cubicBezTo>
                <a:cubicBezTo>
                  <a:pt x="3580213" y="1313777"/>
                  <a:pt x="3589143" y="1317713"/>
                  <a:pt x="3598168" y="1318866"/>
                </a:cubicBezTo>
                <a:cubicBezTo>
                  <a:pt x="3607577" y="1320018"/>
                  <a:pt x="3617466" y="1318098"/>
                  <a:pt x="3627068" y="1317041"/>
                </a:cubicBezTo>
                <a:cubicBezTo>
                  <a:pt x="3632733" y="1316466"/>
                  <a:pt x="3639262" y="1316561"/>
                  <a:pt x="3643775" y="1313777"/>
                </a:cubicBezTo>
                <a:cubicBezTo>
                  <a:pt x="3658081" y="1305039"/>
                  <a:pt x="3671907" y="1295631"/>
                  <a:pt x="3685254" y="1285452"/>
                </a:cubicBezTo>
                <a:cubicBezTo>
                  <a:pt x="3696680" y="1276715"/>
                  <a:pt x="3698984" y="1275467"/>
                  <a:pt x="3708873" y="1286413"/>
                </a:cubicBezTo>
                <a:cubicBezTo>
                  <a:pt x="3719051" y="1297647"/>
                  <a:pt x="3731725" y="1303503"/>
                  <a:pt x="3745743" y="1305903"/>
                </a:cubicBezTo>
                <a:cubicBezTo>
                  <a:pt x="3767922" y="1309648"/>
                  <a:pt x="3790294" y="1312816"/>
                  <a:pt x="3812665" y="1314641"/>
                </a:cubicBezTo>
                <a:cubicBezTo>
                  <a:pt x="3832924" y="1316273"/>
                  <a:pt x="3842622" y="1307440"/>
                  <a:pt x="3846655" y="1287373"/>
                </a:cubicBezTo>
                <a:cubicBezTo>
                  <a:pt x="3848959" y="1276235"/>
                  <a:pt x="3851936" y="1264137"/>
                  <a:pt x="3864225" y="1261161"/>
                </a:cubicBezTo>
                <a:cubicBezTo>
                  <a:pt x="3884293" y="1256360"/>
                  <a:pt x="3905128" y="1254248"/>
                  <a:pt x="3915018" y="1230724"/>
                </a:cubicBezTo>
                <a:cubicBezTo>
                  <a:pt x="3920490" y="1235909"/>
                  <a:pt x="3923851" y="1238981"/>
                  <a:pt x="3927116" y="1242054"/>
                </a:cubicBezTo>
                <a:cubicBezTo>
                  <a:pt x="3936141" y="1250599"/>
                  <a:pt x="3954863" y="1254248"/>
                  <a:pt x="3964370" y="1246855"/>
                </a:cubicBezTo>
                <a:cubicBezTo>
                  <a:pt x="3978388" y="1236101"/>
                  <a:pt x="3991254" y="1238117"/>
                  <a:pt x="4004696" y="1246471"/>
                </a:cubicBezTo>
                <a:cubicBezTo>
                  <a:pt x="4027164" y="1260297"/>
                  <a:pt x="4052223" y="1257128"/>
                  <a:pt x="4074978" y="1251559"/>
                </a:cubicBezTo>
                <a:cubicBezTo>
                  <a:pt x="4092166" y="1247430"/>
                  <a:pt x="4110505" y="1239845"/>
                  <a:pt x="4121738" y="1222466"/>
                </a:cubicBezTo>
                <a:cubicBezTo>
                  <a:pt x="4125290" y="1216898"/>
                  <a:pt x="4133260" y="1214113"/>
                  <a:pt x="4139598" y="1210465"/>
                </a:cubicBezTo>
                <a:cubicBezTo>
                  <a:pt x="4144878" y="1207488"/>
                  <a:pt x="4150447" y="1204704"/>
                  <a:pt x="4156304" y="1202784"/>
                </a:cubicBezTo>
                <a:cubicBezTo>
                  <a:pt x="4162544" y="1200671"/>
                  <a:pt x="4169458" y="1197598"/>
                  <a:pt x="4175604" y="1198463"/>
                </a:cubicBezTo>
                <a:cubicBezTo>
                  <a:pt x="4194230" y="1200959"/>
                  <a:pt x="4209016" y="1196062"/>
                  <a:pt x="4222170" y="1182140"/>
                </a:cubicBezTo>
                <a:cubicBezTo>
                  <a:pt x="4228988" y="1174939"/>
                  <a:pt x="4239069" y="1166202"/>
                  <a:pt x="4247710" y="1166105"/>
                </a:cubicBezTo>
                <a:cubicBezTo>
                  <a:pt x="4268738" y="1165818"/>
                  <a:pt x="4286212" y="1158905"/>
                  <a:pt x="4305128" y="1150647"/>
                </a:cubicBezTo>
                <a:cubicBezTo>
                  <a:pt x="4317321" y="1145366"/>
                  <a:pt x="4331147" y="1141718"/>
                  <a:pt x="4344206" y="1136821"/>
                </a:cubicBezTo>
                <a:cubicBezTo>
                  <a:pt x="4359472" y="1131060"/>
                  <a:pt x="4376083" y="1128948"/>
                  <a:pt x="4385396" y="1113009"/>
                </a:cubicBezTo>
                <a:cubicBezTo>
                  <a:pt x="4386452" y="1111281"/>
                  <a:pt x="4389621" y="1110993"/>
                  <a:pt x="4391157" y="1109361"/>
                </a:cubicBezTo>
                <a:cubicBezTo>
                  <a:pt x="4396054" y="1104368"/>
                  <a:pt x="4402391" y="1099760"/>
                  <a:pt x="4404984" y="1093710"/>
                </a:cubicBezTo>
                <a:cubicBezTo>
                  <a:pt x="4412472" y="1076044"/>
                  <a:pt x="4418329" y="1057800"/>
                  <a:pt x="4425050" y="1039846"/>
                </a:cubicBezTo>
                <a:cubicBezTo>
                  <a:pt x="4426491" y="1036005"/>
                  <a:pt x="4427834" y="1031108"/>
                  <a:pt x="4430812" y="1028900"/>
                </a:cubicBezTo>
                <a:cubicBezTo>
                  <a:pt x="4447998" y="1016226"/>
                  <a:pt x="4465474" y="1004032"/>
                  <a:pt x="4483140" y="992030"/>
                </a:cubicBezTo>
                <a:cubicBezTo>
                  <a:pt x="4490245" y="987229"/>
                  <a:pt x="4496198" y="989918"/>
                  <a:pt x="4502535" y="995487"/>
                </a:cubicBezTo>
                <a:cubicBezTo>
                  <a:pt x="4508680" y="1000768"/>
                  <a:pt x="4516266" y="1006240"/>
                  <a:pt x="4523946" y="1007585"/>
                </a:cubicBezTo>
                <a:cubicBezTo>
                  <a:pt x="4539309" y="1010177"/>
                  <a:pt x="4555247" y="1010753"/>
                  <a:pt x="4570898" y="1010753"/>
                </a:cubicBezTo>
                <a:cubicBezTo>
                  <a:pt x="4576754" y="1010753"/>
                  <a:pt x="4582995" y="1007297"/>
                  <a:pt x="4588468" y="1004513"/>
                </a:cubicBezTo>
                <a:cubicBezTo>
                  <a:pt x="4598838" y="999231"/>
                  <a:pt x="4608439" y="992126"/>
                  <a:pt x="4619192" y="987710"/>
                </a:cubicBezTo>
                <a:cubicBezTo>
                  <a:pt x="4631675" y="982621"/>
                  <a:pt x="4639164" y="974459"/>
                  <a:pt x="4642908" y="961689"/>
                </a:cubicBezTo>
                <a:cubicBezTo>
                  <a:pt x="4648478" y="942679"/>
                  <a:pt x="4661728" y="929428"/>
                  <a:pt x="4677378" y="918674"/>
                </a:cubicBezTo>
                <a:cubicBezTo>
                  <a:pt x="4697254" y="904944"/>
                  <a:pt x="4720970" y="905616"/>
                  <a:pt x="4743532" y="902256"/>
                </a:cubicBezTo>
                <a:cubicBezTo>
                  <a:pt x="4752174" y="901008"/>
                  <a:pt x="4761104" y="899951"/>
                  <a:pt x="4768977" y="896783"/>
                </a:cubicBezTo>
                <a:cubicBezTo>
                  <a:pt x="4798837" y="884877"/>
                  <a:pt x="4828698" y="873548"/>
                  <a:pt x="4861536" y="873835"/>
                </a:cubicBezTo>
                <a:cubicBezTo>
                  <a:pt x="4864223" y="873835"/>
                  <a:pt x="4866912" y="873548"/>
                  <a:pt x="4869600" y="873067"/>
                </a:cubicBezTo>
                <a:cubicBezTo>
                  <a:pt x="4892932" y="869131"/>
                  <a:pt x="4917032" y="867594"/>
                  <a:pt x="4933738" y="846664"/>
                </a:cubicBezTo>
                <a:cubicBezTo>
                  <a:pt x="4936810" y="842823"/>
                  <a:pt x="4943820" y="841671"/>
                  <a:pt x="4949196" y="840134"/>
                </a:cubicBezTo>
                <a:cubicBezTo>
                  <a:pt x="4958510" y="837638"/>
                  <a:pt x="4964752" y="832549"/>
                  <a:pt x="4968112" y="823427"/>
                </a:cubicBezTo>
                <a:cubicBezTo>
                  <a:pt x="4973778" y="807681"/>
                  <a:pt x="4980498" y="792223"/>
                  <a:pt x="4985588" y="776284"/>
                </a:cubicBezTo>
                <a:cubicBezTo>
                  <a:pt x="4989140" y="765338"/>
                  <a:pt x="4995764" y="759289"/>
                  <a:pt x="5006038" y="754776"/>
                </a:cubicBezTo>
                <a:cubicBezTo>
                  <a:pt x="5011800" y="752280"/>
                  <a:pt x="5016792" y="746808"/>
                  <a:pt x="5020921" y="741718"/>
                </a:cubicBezTo>
                <a:cubicBezTo>
                  <a:pt x="5025914" y="735573"/>
                  <a:pt x="5028506" y="727412"/>
                  <a:pt x="5033978" y="721940"/>
                </a:cubicBezTo>
                <a:cubicBezTo>
                  <a:pt x="5047324" y="708305"/>
                  <a:pt x="5051454" y="693231"/>
                  <a:pt x="5047036" y="674604"/>
                </a:cubicBezTo>
                <a:cubicBezTo>
                  <a:pt x="5043100" y="658090"/>
                  <a:pt x="5053470" y="636006"/>
                  <a:pt x="5067104" y="632645"/>
                </a:cubicBezTo>
                <a:cubicBezTo>
                  <a:pt x="5082178" y="628900"/>
                  <a:pt x="5092548" y="619684"/>
                  <a:pt x="5103206" y="609410"/>
                </a:cubicBezTo>
                <a:cubicBezTo>
                  <a:pt x="5109158" y="603649"/>
                  <a:pt x="5117512" y="598656"/>
                  <a:pt x="5125577" y="597216"/>
                </a:cubicBezTo>
                <a:cubicBezTo>
                  <a:pt x="5156206" y="591647"/>
                  <a:pt x="5185106" y="598464"/>
                  <a:pt x="5214200" y="609506"/>
                </a:cubicBezTo>
                <a:cubicBezTo>
                  <a:pt x="5233210" y="616707"/>
                  <a:pt x="5254333" y="618627"/>
                  <a:pt x="5274688" y="621507"/>
                </a:cubicBezTo>
                <a:cubicBezTo>
                  <a:pt x="5281026" y="622371"/>
                  <a:pt x="5289091" y="620452"/>
                  <a:pt x="5294564" y="616899"/>
                </a:cubicBezTo>
                <a:cubicBezTo>
                  <a:pt x="5313767" y="604609"/>
                  <a:pt x="5332874" y="591935"/>
                  <a:pt x="5350732" y="577724"/>
                </a:cubicBezTo>
                <a:cubicBezTo>
                  <a:pt x="5367344" y="564379"/>
                  <a:pt x="5386066" y="558810"/>
                  <a:pt x="5406230" y="560250"/>
                </a:cubicBezTo>
                <a:cubicBezTo>
                  <a:pt x="5420920" y="561306"/>
                  <a:pt x="5434170" y="558905"/>
                  <a:pt x="5447996" y="555257"/>
                </a:cubicBezTo>
                <a:cubicBezTo>
                  <a:pt x="5459518" y="552185"/>
                  <a:pt x="5472192" y="550072"/>
                  <a:pt x="5483904" y="551417"/>
                </a:cubicBezTo>
                <a:cubicBezTo>
                  <a:pt x="5500324" y="553337"/>
                  <a:pt x="5513862" y="550553"/>
                  <a:pt x="5527016" y="540663"/>
                </a:cubicBezTo>
                <a:cubicBezTo>
                  <a:pt x="5534025" y="535382"/>
                  <a:pt x="5543051" y="532598"/>
                  <a:pt x="5551404" y="528949"/>
                </a:cubicBezTo>
                <a:cubicBezTo>
                  <a:pt x="5564270" y="523284"/>
                  <a:pt x="5577616" y="518483"/>
                  <a:pt x="5590194" y="512147"/>
                </a:cubicBezTo>
                <a:cubicBezTo>
                  <a:pt x="5603732" y="505425"/>
                  <a:pt x="5616118" y="496112"/>
                  <a:pt x="5629944" y="490351"/>
                </a:cubicBezTo>
                <a:cubicBezTo>
                  <a:pt x="5644827" y="484110"/>
                  <a:pt x="5654428" y="474605"/>
                  <a:pt x="5660477" y="459818"/>
                </a:cubicBezTo>
                <a:cubicBezTo>
                  <a:pt x="5664318" y="450504"/>
                  <a:pt x="5669598" y="440615"/>
                  <a:pt x="5676896" y="434086"/>
                </a:cubicBezTo>
                <a:cubicBezTo>
                  <a:pt x="5691971" y="420740"/>
                  <a:pt x="5709636" y="410370"/>
                  <a:pt x="5725000" y="397216"/>
                </a:cubicBezTo>
                <a:cubicBezTo>
                  <a:pt x="5746603" y="378781"/>
                  <a:pt x="5766574" y="359194"/>
                  <a:pt x="5768494" y="327701"/>
                </a:cubicBezTo>
                <a:cubicBezTo>
                  <a:pt x="5769550" y="310322"/>
                  <a:pt x="5778768" y="302929"/>
                  <a:pt x="5795763" y="298801"/>
                </a:cubicBezTo>
                <a:cubicBezTo>
                  <a:pt x="5801427" y="297457"/>
                  <a:pt x="5809494" y="294864"/>
                  <a:pt x="5811221" y="290639"/>
                </a:cubicBezTo>
                <a:cubicBezTo>
                  <a:pt x="5816406" y="278061"/>
                  <a:pt x="5827159" y="275565"/>
                  <a:pt x="5837528" y="270573"/>
                </a:cubicBezTo>
                <a:cubicBezTo>
                  <a:pt x="5843770" y="267596"/>
                  <a:pt x="5851452" y="261739"/>
                  <a:pt x="5853084" y="255690"/>
                </a:cubicBezTo>
                <a:cubicBezTo>
                  <a:pt x="5859804" y="231206"/>
                  <a:pt x="5878239" y="216804"/>
                  <a:pt x="5895618" y="200961"/>
                </a:cubicBezTo>
                <a:cubicBezTo>
                  <a:pt x="5900707" y="196256"/>
                  <a:pt x="5906180" y="190879"/>
                  <a:pt x="5908676" y="184735"/>
                </a:cubicBezTo>
                <a:cubicBezTo>
                  <a:pt x="5913958" y="171484"/>
                  <a:pt x="5921830" y="161882"/>
                  <a:pt x="5935657" y="156891"/>
                </a:cubicBezTo>
                <a:cubicBezTo>
                  <a:pt x="5940073" y="155354"/>
                  <a:pt x="5944106" y="151801"/>
                  <a:pt x="5947467" y="148441"/>
                </a:cubicBezTo>
                <a:cubicBezTo>
                  <a:pt x="5954668" y="141144"/>
                  <a:pt x="5960716" y="132598"/>
                  <a:pt x="5968302" y="125782"/>
                </a:cubicBezTo>
                <a:cubicBezTo>
                  <a:pt x="5987600" y="108211"/>
                  <a:pt x="6006708" y="90928"/>
                  <a:pt x="6017942" y="66348"/>
                </a:cubicBezTo>
                <a:cubicBezTo>
                  <a:pt x="6023414" y="54346"/>
                  <a:pt x="6029656" y="41288"/>
                  <a:pt x="6039258" y="33030"/>
                </a:cubicBezTo>
                <a:cubicBezTo>
                  <a:pt x="6051452" y="22565"/>
                  <a:pt x="6067486" y="16612"/>
                  <a:pt x="6081792" y="8451"/>
                </a:cubicBezTo>
                <a:lnTo>
                  <a:pt x="609552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Freeform: Shape 43">
            <a:extLst>
              <a:ext uri="{FF2B5EF4-FFF2-40B4-BE49-F238E27FC236}">
                <a16:creationId xmlns:a16="http://schemas.microsoft.com/office/drawing/2014/main" id="{48A28C56-2619-47F0-B448-9D145309B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34476" y="4058937"/>
            <a:ext cx="6095524" cy="1410656"/>
          </a:xfrm>
          <a:custGeom>
            <a:avLst/>
            <a:gdLst>
              <a:gd name="connsiteX0" fmla="*/ 6095524 w 6095524"/>
              <a:gd name="connsiteY0" fmla="*/ 0 h 1410656"/>
              <a:gd name="connsiteX1" fmla="*/ 6095524 w 6095524"/>
              <a:gd name="connsiteY1" fmla="*/ 221634 h 1410656"/>
              <a:gd name="connsiteX2" fmla="*/ 6061052 w 6095524"/>
              <a:gd name="connsiteY2" fmla="*/ 237063 h 1410656"/>
              <a:gd name="connsiteX3" fmla="*/ 6040890 w 6095524"/>
              <a:gd name="connsiteY3" fmla="*/ 245128 h 1410656"/>
              <a:gd name="connsiteX4" fmla="*/ 5957836 w 6095524"/>
              <a:gd name="connsiteY4" fmla="*/ 297073 h 1410656"/>
              <a:gd name="connsiteX5" fmla="*/ 5882656 w 6095524"/>
              <a:gd name="connsiteY5" fmla="*/ 361307 h 1410656"/>
              <a:gd name="connsiteX6" fmla="*/ 5827448 w 6095524"/>
              <a:gd name="connsiteY6" fmla="*/ 437542 h 1410656"/>
              <a:gd name="connsiteX7" fmla="*/ 5811989 w 6095524"/>
              <a:gd name="connsiteY7" fmla="*/ 455690 h 1410656"/>
              <a:gd name="connsiteX8" fmla="*/ 5769742 w 6095524"/>
              <a:gd name="connsiteY8" fmla="*/ 478445 h 1410656"/>
              <a:gd name="connsiteX9" fmla="*/ 5732393 w 6095524"/>
              <a:gd name="connsiteY9" fmla="*/ 495535 h 1410656"/>
              <a:gd name="connsiteX10" fmla="*/ 5705316 w 6095524"/>
              <a:gd name="connsiteY10" fmla="*/ 514451 h 1410656"/>
              <a:gd name="connsiteX11" fmla="*/ 5682465 w 6095524"/>
              <a:gd name="connsiteY11" fmla="*/ 531830 h 1410656"/>
              <a:gd name="connsiteX12" fmla="*/ 5630712 w 6095524"/>
              <a:gd name="connsiteY12" fmla="*/ 576765 h 1410656"/>
              <a:gd name="connsiteX13" fmla="*/ 5573392 w 6095524"/>
              <a:gd name="connsiteY13" fmla="*/ 614691 h 1410656"/>
              <a:gd name="connsiteX14" fmla="*/ 5527304 w 6095524"/>
              <a:gd name="connsiteY14" fmla="*/ 661162 h 1410656"/>
              <a:gd name="connsiteX15" fmla="*/ 5508293 w 6095524"/>
              <a:gd name="connsiteY15" fmla="*/ 686318 h 1410656"/>
              <a:gd name="connsiteX16" fmla="*/ 5468350 w 6095524"/>
              <a:gd name="connsiteY16" fmla="*/ 703505 h 1410656"/>
              <a:gd name="connsiteX17" fmla="*/ 5425048 w 6095524"/>
              <a:gd name="connsiteY17" fmla="*/ 730389 h 1410656"/>
              <a:gd name="connsiteX18" fmla="*/ 5394322 w 6095524"/>
              <a:gd name="connsiteY18" fmla="*/ 757081 h 1410656"/>
              <a:gd name="connsiteX19" fmla="*/ 5370608 w 6095524"/>
              <a:gd name="connsiteY19" fmla="*/ 774940 h 1410656"/>
              <a:gd name="connsiteX20" fmla="*/ 5337098 w 6095524"/>
              <a:gd name="connsiteY20" fmla="*/ 792895 h 1410656"/>
              <a:gd name="connsiteX21" fmla="*/ 5303493 w 6095524"/>
              <a:gd name="connsiteY21" fmla="*/ 816419 h 1410656"/>
              <a:gd name="connsiteX22" fmla="*/ 5287171 w 6095524"/>
              <a:gd name="connsiteY22" fmla="*/ 830917 h 1410656"/>
              <a:gd name="connsiteX23" fmla="*/ 5255581 w 6095524"/>
              <a:gd name="connsiteY23" fmla="*/ 855016 h 1410656"/>
              <a:gd name="connsiteX24" fmla="*/ 5223032 w 6095524"/>
              <a:gd name="connsiteY24" fmla="*/ 877484 h 1410656"/>
              <a:gd name="connsiteX25" fmla="*/ 5161870 w 6095524"/>
              <a:gd name="connsiteY25" fmla="*/ 903216 h 1410656"/>
              <a:gd name="connsiteX26" fmla="*/ 5106182 w 6095524"/>
              <a:gd name="connsiteY26" fmla="*/ 941046 h 1410656"/>
              <a:gd name="connsiteX27" fmla="*/ 5062014 w 6095524"/>
              <a:gd name="connsiteY27" fmla="*/ 968698 h 1410656"/>
              <a:gd name="connsiteX28" fmla="*/ 5036282 w 6095524"/>
              <a:gd name="connsiteY28" fmla="*/ 986846 h 1410656"/>
              <a:gd name="connsiteX29" fmla="*/ 4989043 w 6095524"/>
              <a:gd name="connsiteY29" fmla="*/ 1027364 h 1410656"/>
              <a:gd name="connsiteX30" fmla="*/ 4915783 w 6095524"/>
              <a:gd name="connsiteY30" fmla="*/ 1069994 h 1410656"/>
              <a:gd name="connsiteX31" fmla="*/ 4871520 w 6095524"/>
              <a:gd name="connsiteY31" fmla="*/ 1093038 h 1410656"/>
              <a:gd name="connsiteX32" fmla="*/ 4776274 w 6095524"/>
              <a:gd name="connsiteY32" fmla="*/ 1127796 h 1410656"/>
              <a:gd name="connsiteX33" fmla="*/ 4745548 w 6095524"/>
              <a:gd name="connsiteY33" fmla="*/ 1140182 h 1410656"/>
              <a:gd name="connsiteX34" fmla="*/ 4710408 w 6095524"/>
              <a:gd name="connsiteY34" fmla="*/ 1148343 h 1410656"/>
              <a:gd name="connsiteX35" fmla="*/ 4653950 w 6095524"/>
              <a:gd name="connsiteY35" fmla="*/ 1167642 h 1410656"/>
              <a:gd name="connsiteX36" fmla="*/ 4543725 w 6095524"/>
              <a:gd name="connsiteY36" fmla="*/ 1200863 h 1410656"/>
              <a:gd name="connsiteX37" fmla="*/ 4519530 w 6095524"/>
              <a:gd name="connsiteY37" fmla="*/ 1205952 h 1410656"/>
              <a:gd name="connsiteX38" fmla="*/ 4457887 w 6095524"/>
              <a:gd name="connsiteY38" fmla="*/ 1227363 h 1410656"/>
              <a:gd name="connsiteX39" fmla="*/ 4420922 w 6095524"/>
              <a:gd name="connsiteY39" fmla="*/ 1241765 h 1410656"/>
              <a:gd name="connsiteX40" fmla="*/ 4390292 w 6095524"/>
              <a:gd name="connsiteY40" fmla="*/ 1250023 h 1410656"/>
              <a:gd name="connsiteX41" fmla="*/ 4363216 w 6095524"/>
              <a:gd name="connsiteY41" fmla="*/ 1253864 h 1410656"/>
              <a:gd name="connsiteX42" fmla="*/ 4291973 w 6095524"/>
              <a:gd name="connsiteY42" fmla="*/ 1272874 h 1410656"/>
              <a:gd name="connsiteX43" fmla="*/ 4263552 w 6095524"/>
              <a:gd name="connsiteY43" fmla="*/ 1280364 h 1410656"/>
              <a:gd name="connsiteX44" fmla="*/ 4189813 w 6095524"/>
              <a:gd name="connsiteY44" fmla="*/ 1306096 h 1410656"/>
              <a:gd name="connsiteX45" fmla="*/ 4127306 w 6095524"/>
              <a:gd name="connsiteY45" fmla="*/ 1323090 h 1410656"/>
              <a:gd name="connsiteX46" fmla="*/ 4101192 w 6095524"/>
              <a:gd name="connsiteY46" fmla="*/ 1331251 h 1410656"/>
              <a:gd name="connsiteX47" fmla="*/ 4041470 w 6095524"/>
              <a:gd name="connsiteY47" fmla="*/ 1344886 h 1410656"/>
              <a:gd name="connsiteX48" fmla="*/ 4007672 w 6095524"/>
              <a:gd name="connsiteY48" fmla="*/ 1354488 h 1410656"/>
              <a:gd name="connsiteX49" fmla="*/ 3925195 w 6095524"/>
              <a:gd name="connsiteY49" fmla="*/ 1365337 h 1410656"/>
              <a:gd name="connsiteX50" fmla="*/ 3840029 w 6095524"/>
              <a:gd name="connsiteY50" fmla="*/ 1375802 h 1410656"/>
              <a:gd name="connsiteX51" fmla="*/ 3793270 w 6095524"/>
              <a:gd name="connsiteY51" fmla="*/ 1379259 h 1410656"/>
              <a:gd name="connsiteX52" fmla="*/ 3752464 w 6095524"/>
              <a:gd name="connsiteY52" fmla="*/ 1384733 h 1410656"/>
              <a:gd name="connsiteX53" fmla="*/ 3716938 w 6095524"/>
              <a:gd name="connsiteY53" fmla="*/ 1388189 h 1410656"/>
              <a:gd name="connsiteX54" fmla="*/ 3660386 w 6095524"/>
              <a:gd name="connsiteY54" fmla="*/ 1395198 h 1410656"/>
              <a:gd name="connsiteX55" fmla="*/ 3636862 w 6095524"/>
              <a:gd name="connsiteY55" fmla="*/ 1397023 h 1410656"/>
              <a:gd name="connsiteX56" fmla="*/ 3581365 w 6095524"/>
              <a:gd name="connsiteY56" fmla="*/ 1396926 h 1410656"/>
              <a:gd name="connsiteX57" fmla="*/ 3562066 w 6095524"/>
              <a:gd name="connsiteY57" fmla="*/ 1395966 h 1410656"/>
              <a:gd name="connsiteX58" fmla="*/ 3524908 w 6095524"/>
              <a:gd name="connsiteY58" fmla="*/ 1384060 h 1410656"/>
              <a:gd name="connsiteX59" fmla="*/ 3520492 w 6095524"/>
              <a:gd name="connsiteY59" fmla="*/ 1383196 h 1410656"/>
              <a:gd name="connsiteX60" fmla="*/ 3496103 w 6095524"/>
              <a:gd name="connsiteY60" fmla="*/ 1378491 h 1410656"/>
              <a:gd name="connsiteX61" fmla="*/ 3482757 w 6095524"/>
              <a:gd name="connsiteY61" fmla="*/ 1376955 h 1410656"/>
              <a:gd name="connsiteX62" fmla="*/ 3432061 w 6095524"/>
              <a:gd name="connsiteY62" fmla="*/ 1367162 h 1410656"/>
              <a:gd name="connsiteX63" fmla="*/ 3402873 w 6095524"/>
              <a:gd name="connsiteY63" fmla="*/ 1362553 h 1410656"/>
              <a:gd name="connsiteX64" fmla="*/ 3379253 w 6095524"/>
              <a:gd name="connsiteY64" fmla="*/ 1363225 h 1410656"/>
              <a:gd name="connsiteX65" fmla="*/ 3337774 w 6095524"/>
              <a:gd name="connsiteY65" fmla="*/ 1364089 h 1410656"/>
              <a:gd name="connsiteX66" fmla="*/ 3324524 w 6095524"/>
              <a:gd name="connsiteY66" fmla="*/ 1366298 h 1410656"/>
              <a:gd name="connsiteX67" fmla="*/ 3264610 w 6095524"/>
              <a:gd name="connsiteY67" fmla="*/ 1359960 h 1410656"/>
              <a:gd name="connsiteX68" fmla="*/ 3230429 w 6095524"/>
              <a:gd name="connsiteY68" fmla="*/ 1359480 h 1410656"/>
              <a:gd name="connsiteX69" fmla="*/ 3191927 w 6095524"/>
              <a:gd name="connsiteY69" fmla="*/ 1351607 h 1410656"/>
              <a:gd name="connsiteX70" fmla="*/ 3180694 w 6095524"/>
              <a:gd name="connsiteY70" fmla="*/ 1351991 h 1410656"/>
              <a:gd name="connsiteX71" fmla="*/ 3168116 w 6095524"/>
              <a:gd name="connsiteY71" fmla="*/ 1352663 h 1410656"/>
              <a:gd name="connsiteX72" fmla="*/ 3129517 w 6095524"/>
              <a:gd name="connsiteY72" fmla="*/ 1353240 h 1410656"/>
              <a:gd name="connsiteX73" fmla="*/ 3106089 w 6095524"/>
              <a:gd name="connsiteY73" fmla="*/ 1356120 h 1410656"/>
              <a:gd name="connsiteX74" fmla="*/ 3061444 w 6095524"/>
              <a:gd name="connsiteY74" fmla="*/ 1354392 h 1410656"/>
              <a:gd name="connsiteX75" fmla="*/ 3044928 w 6095524"/>
              <a:gd name="connsiteY75" fmla="*/ 1356888 h 1410656"/>
              <a:gd name="connsiteX76" fmla="*/ 3003162 w 6095524"/>
              <a:gd name="connsiteY76" fmla="*/ 1357176 h 1410656"/>
              <a:gd name="connsiteX77" fmla="*/ 2965716 w 6095524"/>
              <a:gd name="connsiteY77" fmla="*/ 1355736 h 1410656"/>
              <a:gd name="connsiteX78" fmla="*/ 2929614 w 6095524"/>
              <a:gd name="connsiteY78" fmla="*/ 1356504 h 1410656"/>
              <a:gd name="connsiteX79" fmla="*/ 2903786 w 6095524"/>
              <a:gd name="connsiteY79" fmla="*/ 1359672 h 1410656"/>
              <a:gd name="connsiteX80" fmla="*/ 2875750 w 6095524"/>
              <a:gd name="connsiteY80" fmla="*/ 1361592 h 1410656"/>
              <a:gd name="connsiteX81" fmla="*/ 2798458 w 6095524"/>
              <a:gd name="connsiteY81" fmla="*/ 1373018 h 1410656"/>
              <a:gd name="connsiteX82" fmla="*/ 2784152 w 6095524"/>
              <a:gd name="connsiteY82" fmla="*/ 1370234 h 1410656"/>
              <a:gd name="connsiteX83" fmla="*/ 2702922 w 6095524"/>
              <a:gd name="connsiteY83" fmla="*/ 1367641 h 1410656"/>
              <a:gd name="connsiteX84" fmla="*/ 2685256 w 6095524"/>
              <a:gd name="connsiteY84" fmla="*/ 1367834 h 1410656"/>
              <a:gd name="connsiteX85" fmla="*/ 2637824 w 6095524"/>
              <a:gd name="connsiteY85" fmla="*/ 1356504 h 1410656"/>
              <a:gd name="connsiteX86" fmla="*/ 2564661 w 6095524"/>
              <a:gd name="connsiteY86" fmla="*/ 1374459 h 1410656"/>
              <a:gd name="connsiteX87" fmla="*/ 2496201 w 6095524"/>
              <a:gd name="connsiteY87" fmla="*/ 1396926 h 1410656"/>
              <a:gd name="connsiteX88" fmla="*/ 2487560 w 6095524"/>
              <a:gd name="connsiteY88" fmla="*/ 1399807 h 1410656"/>
              <a:gd name="connsiteX89" fmla="*/ 2462980 w 6095524"/>
              <a:gd name="connsiteY89" fmla="*/ 1404704 h 1410656"/>
              <a:gd name="connsiteX90" fmla="*/ 2432544 w 6095524"/>
              <a:gd name="connsiteY90" fmla="*/ 1406432 h 1410656"/>
              <a:gd name="connsiteX91" fmla="*/ 2393945 w 6095524"/>
              <a:gd name="connsiteY91" fmla="*/ 1410656 h 1410656"/>
              <a:gd name="connsiteX92" fmla="*/ 2363029 w 6095524"/>
              <a:gd name="connsiteY92" fmla="*/ 1405375 h 1410656"/>
              <a:gd name="connsiteX93" fmla="*/ 2319821 w 6095524"/>
              <a:gd name="connsiteY93" fmla="*/ 1397502 h 1410656"/>
              <a:gd name="connsiteX94" fmla="*/ 2279111 w 6095524"/>
              <a:gd name="connsiteY94" fmla="*/ 1390013 h 1410656"/>
              <a:gd name="connsiteX95" fmla="*/ 2266245 w 6095524"/>
              <a:gd name="connsiteY95" fmla="*/ 1398846 h 1410656"/>
              <a:gd name="connsiteX96" fmla="*/ 2246370 w 6095524"/>
              <a:gd name="connsiteY96" fmla="*/ 1406527 h 1410656"/>
              <a:gd name="connsiteX97" fmla="*/ 2224287 w 6095524"/>
              <a:gd name="connsiteY97" fmla="*/ 1397310 h 1410656"/>
              <a:gd name="connsiteX98" fmla="*/ 2172630 w 6095524"/>
              <a:gd name="connsiteY98" fmla="*/ 1378204 h 1410656"/>
              <a:gd name="connsiteX99" fmla="*/ 2139985 w 6095524"/>
              <a:gd name="connsiteY99" fmla="*/ 1377339 h 1410656"/>
              <a:gd name="connsiteX100" fmla="*/ 2069030 w 6095524"/>
              <a:gd name="connsiteY100" fmla="*/ 1369178 h 1410656"/>
              <a:gd name="connsiteX101" fmla="*/ 2022655 w 6095524"/>
              <a:gd name="connsiteY101" fmla="*/ 1357560 h 1410656"/>
              <a:gd name="connsiteX102" fmla="*/ 1989339 w 6095524"/>
              <a:gd name="connsiteY102" fmla="*/ 1344406 h 1410656"/>
              <a:gd name="connsiteX103" fmla="*/ 1941618 w 6095524"/>
              <a:gd name="connsiteY103" fmla="*/ 1327219 h 1410656"/>
              <a:gd name="connsiteX104" fmla="*/ 1893707 w 6095524"/>
              <a:gd name="connsiteY104" fmla="*/ 1318290 h 1410656"/>
              <a:gd name="connsiteX105" fmla="*/ 1859045 w 6095524"/>
              <a:gd name="connsiteY105" fmla="*/ 1307056 h 1410656"/>
              <a:gd name="connsiteX106" fmla="*/ 1816702 w 6095524"/>
              <a:gd name="connsiteY106" fmla="*/ 1299374 h 1410656"/>
              <a:gd name="connsiteX107" fmla="*/ 1781177 w 6095524"/>
              <a:gd name="connsiteY107" fmla="*/ 1299087 h 1410656"/>
              <a:gd name="connsiteX108" fmla="*/ 1725488 w 6095524"/>
              <a:gd name="connsiteY108" fmla="*/ 1300431 h 1410656"/>
              <a:gd name="connsiteX109" fmla="*/ 1657318 w 6095524"/>
              <a:gd name="connsiteY109" fmla="*/ 1277196 h 1410656"/>
              <a:gd name="connsiteX110" fmla="*/ 1629761 w 6095524"/>
              <a:gd name="connsiteY110" fmla="*/ 1272010 h 1410656"/>
              <a:gd name="connsiteX111" fmla="*/ 1603837 w 6095524"/>
              <a:gd name="connsiteY111" fmla="*/ 1269610 h 1410656"/>
              <a:gd name="connsiteX112" fmla="*/ 1548820 w 6095524"/>
              <a:gd name="connsiteY112" fmla="*/ 1254152 h 1410656"/>
              <a:gd name="connsiteX113" fmla="*/ 1526449 w 6095524"/>
              <a:gd name="connsiteY113" fmla="*/ 1249062 h 1410656"/>
              <a:gd name="connsiteX114" fmla="*/ 1495147 w 6095524"/>
              <a:gd name="connsiteY114" fmla="*/ 1249159 h 1410656"/>
              <a:gd name="connsiteX115" fmla="*/ 1438211 w 6095524"/>
              <a:gd name="connsiteY115" fmla="*/ 1242054 h 1410656"/>
              <a:gd name="connsiteX116" fmla="*/ 1381370 w 6095524"/>
              <a:gd name="connsiteY116" fmla="*/ 1221314 h 1410656"/>
              <a:gd name="connsiteX117" fmla="*/ 1357270 w 6095524"/>
              <a:gd name="connsiteY117" fmla="*/ 1223330 h 1410656"/>
              <a:gd name="connsiteX118" fmla="*/ 1348629 w 6095524"/>
              <a:gd name="connsiteY118" fmla="*/ 1222851 h 1410656"/>
              <a:gd name="connsiteX119" fmla="*/ 1270953 w 6095524"/>
              <a:gd name="connsiteY119" fmla="*/ 1211424 h 1410656"/>
              <a:gd name="connsiteX120" fmla="*/ 1263175 w 6095524"/>
              <a:gd name="connsiteY120" fmla="*/ 1210177 h 1410656"/>
              <a:gd name="connsiteX121" fmla="*/ 1226690 w 6095524"/>
              <a:gd name="connsiteY121" fmla="*/ 1199999 h 1410656"/>
              <a:gd name="connsiteX122" fmla="*/ 1134706 w 6095524"/>
              <a:gd name="connsiteY122" fmla="*/ 1193662 h 1410656"/>
              <a:gd name="connsiteX123" fmla="*/ 1129042 w 6095524"/>
              <a:gd name="connsiteY123" fmla="*/ 1192894 h 1410656"/>
              <a:gd name="connsiteX124" fmla="*/ 1098220 w 6095524"/>
              <a:gd name="connsiteY124" fmla="*/ 1197982 h 1410656"/>
              <a:gd name="connsiteX125" fmla="*/ 1082955 w 6095524"/>
              <a:gd name="connsiteY125" fmla="*/ 1205184 h 1410656"/>
              <a:gd name="connsiteX126" fmla="*/ 1059143 w 6095524"/>
              <a:gd name="connsiteY126" fmla="*/ 1212673 h 1410656"/>
              <a:gd name="connsiteX127" fmla="*/ 1034947 w 6095524"/>
              <a:gd name="connsiteY127" fmla="*/ 1215458 h 1410656"/>
              <a:gd name="connsiteX128" fmla="*/ 994332 w 6095524"/>
              <a:gd name="connsiteY128" fmla="*/ 1204127 h 1410656"/>
              <a:gd name="connsiteX129" fmla="*/ 979546 w 6095524"/>
              <a:gd name="connsiteY129" fmla="*/ 1202975 h 1410656"/>
              <a:gd name="connsiteX130" fmla="*/ 946613 w 6095524"/>
              <a:gd name="connsiteY130" fmla="*/ 1197503 h 1410656"/>
              <a:gd name="connsiteX131" fmla="*/ 917808 w 6095524"/>
              <a:gd name="connsiteY131" fmla="*/ 1197887 h 1410656"/>
              <a:gd name="connsiteX132" fmla="*/ 894669 w 6095524"/>
              <a:gd name="connsiteY132" fmla="*/ 1206624 h 1410656"/>
              <a:gd name="connsiteX133" fmla="*/ 861063 w 6095524"/>
              <a:gd name="connsiteY133" fmla="*/ 1208352 h 1410656"/>
              <a:gd name="connsiteX134" fmla="*/ 839363 w 6095524"/>
              <a:gd name="connsiteY134" fmla="*/ 1202015 h 1410656"/>
              <a:gd name="connsiteX135" fmla="*/ 834947 w 6095524"/>
              <a:gd name="connsiteY135" fmla="*/ 1201152 h 1410656"/>
              <a:gd name="connsiteX136" fmla="*/ 778202 w 6095524"/>
              <a:gd name="connsiteY136" fmla="*/ 1200767 h 1410656"/>
              <a:gd name="connsiteX137" fmla="*/ 707343 w 6095524"/>
              <a:gd name="connsiteY137" fmla="*/ 1219874 h 1410656"/>
              <a:gd name="connsiteX138" fmla="*/ 695629 w 6095524"/>
              <a:gd name="connsiteY138" fmla="*/ 1223907 h 1410656"/>
              <a:gd name="connsiteX139" fmla="*/ 638500 w 6095524"/>
              <a:gd name="connsiteY139" fmla="*/ 1230916 h 1410656"/>
              <a:gd name="connsiteX140" fmla="*/ 607872 w 6095524"/>
              <a:gd name="connsiteY140" fmla="*/ 1238021 h 1410656"/>
              <a:gd name="connsiteX141" fmla="*/ 585788 w 6095524"/>
              <a:gd name="connsiteY141" fmla="*/ 1238405 h 1410656"/>
              <a:gd name="connsiteX142" fmla="*/ 559097 w 6095524"/>
              <a:gd name="connsiteY142" fmla="*/ 1250983 h 1410656"/>
              <a:gd name="connsiteX143" fmla="*/ 550358 w 6095524"/>
              <a:gd name="connsiteY143" fmla="*/ 1256456 h 1410656"/>
              <a:gd name="connsiteX144" fmla="*/ 539893 w 6095524"/>
              <a:gd name="connsiteY144" fmla="*/ 1259720 h 1410656"/>
              <a:gd name="connsiteX145" fmla="*/ 492462 w 6095524"/>
              <a:gd name="connsiteY145" fmla="*/ 1270090 h 1410656"/>
              <a:gd name="connsiteX146" fmla="*/ 484011 w 6095524"/>
              <a:gd name="connsiteY146" fmla="*/ 1275947 h 1410656"/>
              <a:gd name="connsiteX147" fmla="*/ 478346 w 6095524"/>
              <a:gd name="connsiteY147" fmla="*/ 1279596 h 1410656"/>
              <a:gd name="connsiteX148" fmla="*/ 432260 w 6095524"/>
              <a:gd name="connsiteY148" fmla="*/ 1285741 h 1410656"/>
              <a:gd name="connsiteX149" fmla="*/ 403455 w 6095524"/>
              <a:gd name="connsiteY149" fmla="*/ 1303119 h 1410656"/>
              <a:gd name="connsiteX150" fmla="*/ 395583 w 6095524"/>
              <a:gd name="connsiteY150" fmla="*/ 1310512 h 1410656"/>
              <a:gd name="connsiteX151" fmla="*/ 368025 w 6095524"/>
              <a:gd name="connsiteY151" fmla="*/ 1321650 h 1410656"/>
              <a:gd name="connsiteX152" fmla="*/ 275371 w 6095524"/>
              <a:gd name="connsiteY152" fmla="*/ 1343062 h 1410656"/>
              <a:gd name="connsiteX153" fmla="*/ 248871 w 6095524"/>
              <a:gd name="connsiteY153" fmla="*/ 1335476 h 1410656"/>
              <a:gd name="connsiteX154" fmla="*/ 198559 w 6095524"/>
              <a:gd name="connsiteY154" fmla="*/ 1355831 h 1410656"/>
              <a:gd name="connsiteX155" fmla="*/ 154583 w 6095524"/>
              <a:gd name="connsiteY155" fmla="*/ 1367353 h 1410656"/>
              <a:gd name="connsiteX156" fmla="*/ 138261 w 6095524"/>
              <a:gd name="connsiteY156" fmla="*/ 1370138 h 1410656"/>
              <a:gd name="connsiteX157" fmla="*/ 86606 w 6095524"/>
              <a:gd name="connsiteY157" fmla="*/ 1375227 h 1410656"/>
              <a:gd name="connsiteX158" fmla="*/ 60009 w 6095524"/>
              <a:gd name="connsiteY158" fmla="*/ 1386749 h 1410656"/>
              <a:gd name="connsiteX159" fmla="*/ 30568 w 6095524"/>
              <a:gd name="connsiteY159" fmla="*/ 1395570 h 1410656"/>
              <a:gd name="connsiteX160" fmla="*/ 0 w 6095524"/>
              <a:gd name="connsiteY160" fmla="*/ 1397975 h 1410656"/>
              <a:gd name="connsiteX161" fmla="*/ 0 w 6095524"/>
              <a:gd name="connsiteY161" fmla="*/ 1041395 h 1410656"/>
              <a:gd name="connsiteX162" fmla="*/ 17282 w 6095524"/>
              <a:gd name="connsiteY162" fmla="*/ 1043014 h 1410656"/>
              <a:gd name="connsiteX163" fmla="*/ 45030 w 6095524"/>
              <a:gd name="connsiteY163" fmla="*/ 1049159 h 1410656"/>
              <a:gd name="connsiteX164" fmla="*/ 85356 w 6095524"/>
              <a:gd name="connsiteY164" fmla="*/ 1059145 h 1410656"/>
              <a:gd name="connsiteX165" fmla="*/ 133077 w 6095524"/>
              <a:gd name="connsiteY165" fmla="*/ 1047815 h 1410656"/>
              <a:gd name="connsiteX166" fmla="*/ 137877 w 6095524"/>
              <a:gd name="connsiteY166" fmla="*/ 1043110 h 1410656"/>
              <a:gd name="connsiteX167" fmla="*/ 189053 w 6095524"/>
              <a:gd name="connsiteY167" fmla="*/ 1031877 h 1410656"/>
              <a:gd name="connsiteX168" fmla="*/ 273066 w 6095524"/>
              <a:gd name="connsiteY168" fmla="*/ 1019010 h 1410656"/>
              <a:gd name="connsiteX169" fmla="*/ 278539 w 6095524"/>
              <a:gd name="connsiteY169" fmla="*/ 1018146 h 1410656"/>
              <a:gd name="connsiteX170" fmla="*/ 326355 w 6095524"/>
              <a:gd name="connsiteY170" fmla="*/ 1044358 h 1410656"/>
              <a:gd name="connsiteX171" fmla="*/ 364761 w 6095524"/>
              <a:gd name="connsiteY171" fmla="*/ 1040710 h 1410656"/>
              <a:gd name="connsiteX172" fmla="*/ 382619 w 6095524"/>
              <a:gd name="connsiteY172" fmla="*/ 1022562 h 1410656"/>
              <a:gd name="connsiteX173" fmla="*/ 433988 w 6095524"/>
              <a:gd name="connsiteY173" fmla="*/ 1008256 h 1410656"/>
              <a:gd name="connsiteX174" fmla="*/ 497262 w 6095524"/>
              <a:gd name="connsiteY174" fmla="*/ 1009697 h 1410656"/>
              <a:gd name="connsiteX175" fmla="*/ 542101 w 6095524"/>
              <a:gd name="connsiteY175" fmla="*/ 1007872 h 1410656"/>
              <a:gd name="connsiteX176" fmla="*/ 566681 w 6095524"/>
              <a:gd name="connsiteY176" fmla="*/ 998175 h 1410656"/>
              <a:gd name="connsiteX177" fmla="*/ 584251 w 6095524"/>
              <a:gd name="connsiteY177" fmla="*/ 999136 h 1410656"/>
              <a:gd name="connsiteX178" fmla="*/ 617280 w 6095524"/>
              <a:gd name="connsiteY178" fmla="*/ 1006049 h 1410656"/>
              <a:gd name="connsiteX179" fmla="*/ 721842 w 6095524"/>
              <a:gd name="connsiteY179" fmla="*/ 1014210 h 1410656"/>
              <a:gd name="connsiteX180" fmla="*/ 764472 w 6095524"/>
              <a:gd name="connsiteY180" fmla="*/ 1001440 h 1410656"/>
              <a:gd name="connsiteX181" fmla="*/ 777242 w 6095524"/>
              <a:gd name="connsiteY181" fmla="*/ 1001152 h 1410656"/>
              <a:gd name="connsiteX182" fmla="*/ 805854 w 6095524"/>
              <a:gd name="connsiteY182" fmla="*/ 1006145 h 1410656"/>
              <a:gd name="connsiteX183" fmla="*/ 864904 w 6095524"/>
              <a:gd name="connsiteY183" fmla="*/ 1002784 h 1410656"/>
              <a:gd name="connsiteX184" fmla="*/ 886700 w 6095524"/>
              <a:gd name="connsiteY184" fmla="*/ 997695 h 1410656"/>
              <a:gd name="connsiteX185" fmla="*/ 898797 w 6095524"/>
              <a:gd name="connsiteY185" fmla="*/ 994430 h 1410656"/>
              <a:gd name="connsiteX186" fmla="*/ 960919 w 6095524"/>
              <a:gd name="connsiteY186" fmla="*/ 985405 h 1410656"/>
              <a:gd name="connsiteX187" fmla="*/ 988571 w 6095524"/>
              <a:gd name="connsiteY187" fmla="*/ 975708 h 1410656"/>
              <a:gd name="connsiteX188" fmla="*/ 996061 w 6095524"/>
              <a:gd name="connsiteY188" fmla="*/ 974268 h 1410656"/>
              <a:gd name="connsiteX189" fmla="*/ 1037059 w 6095524"/>
              <a:gd name="connsiteY189" fmla="*/ 978300 h 1410656"/>
              <a:gd name="connsiteX190" fmla="*/ 1067784 w 6095524"/>
              <a:gd name="connsiteY190" fmla="*/ 993950 h 1410656"/>
              <a:gd name="connsiteX191" fmla="*/ 1073737 w 6095524"/>
              <a:gd name="connsiteY191" fmla="*/ 999231 h 1410656"/>
              <a:gd name="connsiteX192" fmla="*/ 1159383 w 6095524"/>
              <a:gd name="connsiteY192" fmla="*/ 997407 h 1410656"/>
              <a:gd name="connsiteX193" fmla="*/ 1172536 w 6095524"/>
              <a:gd name="connsiteY193" fmla="*/ 995198 h 1410656"/>
              <a:gd name="connsiteX194" fmla="*/ 1236099 w 6095524"/>
              <a:gd name="connsiteY194" fmla="*/ 1004416 h 1410656"/>
              <a:gd name="connsiteX195" fmla="*/ 1254630 w 6095524"/>
              <a:gd name="connsiteY195" fmla="*/ 1006240 h 1410656"/>
              <a:gd name="connsiteX196" fmla="*/ 1321072 w 6095524"/>
              <a:gd name="connsiteY196" fmla="*/ 1014498 h 1410656"/>
              <a:gd name="connsiteX197" fmla="*/ 1330481 w 6095524"/>
              <a:gd name="connsiteY197" fmla="*/ 1006817 h 1410656"/>
              <a:gd name="connsiteX198" fmla="*/ 1357558 w 6095524"/>
              <a:gd name="connsiteY198" fmla="*/ 987517 h 1410656"/>
              <a:gd name="connsiteX199" fmla="*/ 1410942 w 6095524"/>
              <a:gd name="connsiteY199" fmla="*/ 970427 h 1410656"/>
              <a:gd name="connsiteX200" fmla="*/ 1425441 w 6095524"/>
              <a:gd name="connsiteY200" fmla="*/ 971387 h 1410656"/>
              <a:gd name="connsiteX201" fmla="*/ 1462118 w 6095524"/>
              <a:gd name="connsiteY201" fmla="*/ 999904 h 1410656"/>
              <a:gd name="connsiteX202" fmla="*/ 1479978 w 6095524"/>
              <a:gd name="connsiteY202" fmla="*/ 1011329 h 1410656"/>
              <a:gd name="connsiteX203" fmla="*/ 1530674 w 6095524"/>
              <a:gd name="connsiteY203" fmla="*/ 1032356 h 1410656"/>
              <a:gd name="connsiteX204" fmla="*/ 1534898 w 6095524"/>
              <a:gd name="connsiteY204" fmla="*/ 1036197 h 1410656"/>
              <a:gd name="connsiteX205" fmla="*/ 1572344 w 6095524"/>
              <a:gd name="connsiteY205" fmla="*/ 1081804 h 1410656"/>
              <a:gd name="connsiteX206" fmla="*/ 1580793 w 6095524"/>
              <a:gd name="connsiteY206" fmla="*/ 1089581 h 1410656"/>
              <a:gd name="connsiteX207" fmla="*/ 1590971 w 6095524"/>
              <a:gd name="connsiteY207" fmla="*/ 1101680 h 1410656"/>
              <a:gd name="connsiteX208" fmla="*/ 1622751 w 6095524"/>
              <a:gd name="connsiteY208" fmla="*/ 1125108 h 1410656"/>
              <a:gd name="connsiteX209" fmla="*/ 1662118 w 6095524"/>
              <a:gd name="connsiteY209" fmla="*/ 1132596 h 1410656"/>
              <a:gd name="connsiteX210" fmla="*/ 1709646 w 6095524"/>
              <a:gd name="connsiteY210" fmla="*/ 1144022 h 1410656"/>
              <a:gd name="connsiteX211" fmla="*/ 1729521 w 6095524"/>
              <a:gd name="connsiteY211" fmla="*/ 1151704 h 1410656"/>
              <a:gd name="connsiteX212" fmla="*/ 1782809 w 6095524"/>
              <a:gd name="connsiteY212" fmla="*/ 1166298 h 1410656"/>
              <a:gd name="connsiteX213" fmla="*/ 1820831 w 6095524"/>
              <a:gd name="connsiteY213" fmla="*/ 1178588 h 1410656"/>
              <a:gd name="connsiteX214" fmla="*/ 1875656 w 6095524"/>
              <a:gd name="connsiteY214" fmla="*/ 1185789 h 1410656"/>
              <a:gd name="connsiteX215" fmla="*/ 1902252 w 6095524"/>
              <a:gd name="connsiteY215" fmla="*/ 1186076 h 1410656"/>
              <a:gd name="connsiteX216" fmla="*/ 1951123 w 6095524"/>
              <a:gd name="connsiteY216" fmla="*/ 1222946 h 1410656"/>
              <a:gd name="connsiteX217" fmla="*/ 1990106 w 6095524"/>
              <a:gd name="connsiteY217" fmla="*/ 1247335 h 1410656"/>
              <a:gd name="connsiteX218" fmla="*/ 2031105 w 6095524"/>
              <a:gd name="connsiteY218" fmla="*/ 1235525 h 1410656"/>
              <a:gd name="connsiteX219" fmla="*/ 2042242 w 6095524"/>
              <a:gd name="connsiteY219" fmla="*/ 1224387 h 1410656"/>
              <a:gd name="connsiteX220" fmla="*/ 2109453 w 6095524"/>
              <a:gd name="connsiteY220" fmla="*/ 1213826 h 1410656"/>
              <a:gd name="connsiteX221" fmla="*/ 2205468 w 6095524"/>
              <a:gd name="connsiteY221" fmla="*/ 1213442 h 1410656"/>
              <a:gd name="connsiteX222" fmla="*/ 2365142 w 6095524"/>
              <a:gd name="connsiteY222" fmla="*/ 1189437 h 1410656"/>
              <a:gd name="connsiteX223" fmla="*/ 2392985 w 6095524"/>
              <a:gd name="connsiteY223" fmla="*/ 1178299 h 1410656"/>
              <a:gd name="connsiteX224" fmla="*/ 2424286 w 6095524"/>
              <a:gd name="connsiteY224" fmla="*/ 1175515 h 1410656"/>
              <a:gd name="connsiteX225" fmla="*/ 2436289 w 6095524"/>
              <a:gd name="connsiteY225" fmla="*/ 1182333 h 1410656"/>
              <a:gd name="connsiteX226" fmla="*/ 2488808 w 6095524"/>
              <a:gd name="connsiteY226" fmla="*/ 1192510 h 1410656"/>
              <a:gd name="connsiteX227" fmla="*/ 2498795 w 6095524"/>
              <a:gd name="connsiteY227" fmla="*/ 1192702 h 1410656"/>
              <a:gd name="connsiteX228" fmla="*/ 2532976 w 6095524"/>
              <a:gd name="connsiteY228" fmla="*/ 1188381 h 1410656"/>
              <a:gd name="connsiteX229" fmla="*/ 2564661 w 6095524"/>
              <a:gd name="connsiteY229" fmla="*/ 1185885 h 1410656"/>
              <a:gd name="connsiteX230" fmla="*/ 2644545 w 6095524"/>
              <a:gd name="connsiteY230" fmla="*/ 1194046 h 1410656"/>
              <a:gd name="connsiteX231" fmla="*/ 2705803 w 6095524"/>
              <a:gd name="connsiteY231" fmla="*/ 1192126 h 1410656"/>
              <a:gd name="connsiteX232" fmla="*/ 2734031 w 6095524"/>
              <a:gd name="connsiteY232" fmla="*/ 1194046 h 1410656"/>
              <a:gd name="connsiteX233" fmla="*/ 2749969 w 6095524"/>
              <a:gd name="connsiteY233" fmla="*/ 1196927 h 1410656"/>
              <a:gd name="connsiteX234" fmla="*/ 2786071 w 6095524"/>
              <a:gd name="connsiteY234" fmla="*/ 1216994 h 1410656"/>
              <a:gd name="connsiteX235" fmla="*/ 2805851 w 6095524"/>
              <a:gd name="connsiteY235" fmla="*/ 1221507 h 1410656"/>
              <a:gd name="connsiteX236" fmla="*/ 2865380 w 6095524"/>
              <a:gd name="connsiteY236" fmla="*/ 1221123 h 1410656"/>
              <a:gd name="connsiteX237" fmla="*/ 2954674 w 6095524"/>
              <a:gd name="connsiteY237" fmla="*/ 1190878 h 1410656"/>
              <a:gd name="connsiteX238" fmla="*/ 2963988 w 6095524"/>
              <a:gd name="connsiteY238" fmla="*/ 1186845 h 1410656"/>
              <a:gd name="connsiteX239" fmla="*/ 3009403 w 6095524"/>
              <a:gd name="connsiteY239" fmla="*/ 1181852 h 1410656"/>
              <a:gd name="connsiteX240" fmla="*/ 3040223 w 6095524"/>
              <a:gd name="connsiteY240" fmla="*/ 1188669 h 1410656"/>
              <a:gd name="connsiteX241" fmla="*/ 3082183 w 6095524"/>
              <a:gd name="connsiteY241" fmla="*/ 1202784 h 1410656"/>
              <a:gd name="connsiteX242" fmla="*/ 3119916 w 6095524"/>
              <a:gd name="connsiteY242" fmla="*/ 1214594 h 1410656"/>
              <a:gd name="connsiteX243" fmla="*/ 3147376 w 6095524"/>
              <a:gd name="connsiteY243" fmla="*/ 1227939 h 1410656"/>
              <a:gd name="connsiteX244" fmla="*/ 3210171 w 6095524"/>
              <a:gd name="connsiteY244" fmla="*/ 1237733 h 1410656"/>
              <a:gd name="connsiteX245" fmla="*/ 3216700 w 6095524"/>
              <a:gd name="connsiteY245" fmla="*/ 1239365 h 1410656"/>
              <a:gd name="connsiteX246" fmla="*/ 3263939 w 6095524"/>
              <a:gd name="connsiteY246" fmla="*/ 1227459 h 1410656"/>
              <a:gd name="connsiteX247" fmla="*/ 3320683 w 6095524"/>
              <a:gd name="connsiteY247" fmla="*/ 1215362 h 1410656"/>
              <a:gd name="connsiteX248" fmla="*/ 3340943 w 6095524"/>
              <a:gd name="connsiteY248" fmla="*/ 1219490 h 1410656"/>
              <a:gd name="connsiteX249" fmla="*/ 3368691 w 6095524"/>
              <a:gd name="connsiteY249" fmla="*/ 1225347 h 1410656"/>
              <a:gd name="connsiteX250" fmla="*/ 3394423 w 6095524"/>
              <a:gd name="connsiteY250" fmla="*/ 1222275 h 1410656"/>
              <a:gd name="connsiteX251" fmla="*/ 3410074 w 6095524"/>
              <a:gd name="connsiteY251" fmla="*/ 1221987 h 1410656"/>
              <a:gd name="connsiteX252" fmla="*/ 3481509 w 6095524"/>
              <a:gd name="connsiteY252" fmla="*/ 1257896 h 1410656"/>
              <a:gd name="connsiteX253" fmla="*/ 3499656 w 6095524"/>
              <a:gd name="connsiteY253" fmla="*/ 1260873 h 1410656"/>
              <a:gd name="connsiteX254" fmla="*/ 3509930 w 6095524"/>
              <a:gd name="connsiteY254" fmla="*/ 1265290 h 1410656"/>
              <a:gd name="connsiteX255" fmla="*/ 3571860 w 6095524"/>
              <a:gd name="connsiteY255" fmla="*/ 1309841 h 1410656"/>
              <a:gd name="connsiteX256" fmla="*/ 3598168 w 6095524"/>
              <a:gd name="connsiteY256" fmla="*/ 1318866 h 1410656"/>
              <a:gd name="connsiteX257" fmla="*/ 3627068 w 6095524"/>
              <a:gd name="connsiteY257" fmla="*/ 1317041 h 1410656"/>
              <a:gd name="connsiteX258" fmla="*/ 3643775 w 6095524"/>
              <a:gd name="connsiteY258" fmla="*/ 1313777 h 1410656"/>
              <a:gd name="connsiteX259" fmla="*/ 3685254 w 6095524"/>
              <a:gd name="connsiteY259" fmla="*/ 1285452 h 1410656"/>
              <a:gd name="connsiteX260" fmla="*/ 3708873 w 6095524"/>
              <a:gd name="connsiteY260" fmla="*/ 1286413 h 1410656"/>
              <a:gd name="connsiteX261" fmla="*/ 3745743 w 6095524"/>
              <a:gd name="connsiteY261" fmla="*/ 1305903 h 1410656"/>
              <a:gd name="connsiteX262" fmla="*/ 3812665 w 6095524"/>
              <a:gd name="connsiteY262" fmla="*/ 1314641 h 1410656"/>
              <a:gd name="connsiteX263" fmla="*/ 3846655 w 6095524"/>
              <a:gd name="connsiteY263" fmla="*/ 1287373 h 1410656"/>
              <a:gd name="connsiteX264" fmla="*/ 3864225 w 6095524"/>
              <a:gd name="connsiteY264" fmla="*/ 1261161 h 1410656"/>
              <a:gd name="connsiteX265" fmla="*/ 3915018 w 6095524"/>
              <a:gd name="connsiteY265" fmla="*/ 1230724 h 1410656"/>
              <a:gd name="connsiteX266" fmla="*/ 3927116 w 6095524"/>
              <a:gd name="connsiteY266" fmla="*/ 1242054 h 1410656"/>
              <a:gd name="connsiteX267" fmla="*/ 3964370 w 6095524"/>
              <a:gd name="connsiteY267" fmla="*/ 1246855 h 1410656"/>
              <a:gd name="connsiteX268" fmla="*/ 4004696 w 6095524"/>
              <a:gd name="connsiteY268" fmla="*/ 1246471 h 1410656"/>
              <a:gd name="connsiteX269" fmla="*/ 4074978 w 6095524"/>
              <a:gd name="connsiteY269" fmla="*/ 1251559 h 1410656"/>
              <a:gd name="connsiteX270" fmla="*/ 4121738 w 6095524"/>
              <a:gd name="connsiteY270" fmla="*/ 1222466 h 1410656"/>
              <a:gd name="connsiteX271" fmla="*/ 4139598 w 6095524"/>
              <a:gd name="connsiteY271" fmla="*/ 1210465 h 1410656"/>
              <a:gd name="connsiteX272" fmla="*/ 4156304 w 6095524"/>
              <a:gd name="connsiteY272" fmla="*/ 1202784 h 1410656"/>
              <a:gd name="connsiteX273" fmla="*/ 4175604 w 6095524"/>
              <a:gd name="connsiteY273" fmla="*/ 1198463 h 1410656"/>
              <a:gd name="connsiteX274" fmla="*/ 4222170 w 6095524"/>
              <a:gd name="connsiteY274" fmla="*/ 1182140 h 1410656"/>
              <a:gd name="connsiteX275" fmla="*/ 4247710 w 6095524"/>
              <a:gd name="connsiteY275" fmla="*/ 1166105 h 1410656"/>
              <a:gd name="connsiteX276" fmla="*/ 4305128 w 6095524"/>
              <a:gd name="connsiteY276" fmla="*/ 1150647 h 1410656"/>
              <a:gd name="connsiteX277" fmla="*/ 4344206 w 6095524"/>
              <a:gd name="connsiteY277" fmla="*/ 1136821 h 1410656"/>
              <a:gd name="connsiteX278" fmla="*/ 4385396 w 6095524"/>
              <a:gd name="connsiteY278" fmla="*/ 1113009 h 1410656"/>
              <a:gd name="connsiteX279" fmla="*/ 4391157 w 6095524"/>
              <a:gd name="connsiteY279" fmla="*/ 1109361 h 1410656"/>
              <a:gd name="connsiteX280" fmla="*/ 4404984 w 6095524"/>
              <a:gd name="connsiteY280" fmla="*/ 1093710 h 1410656"/>
              <a:gd name="connsiteX281" fmla="*/ 4425050 w 6095524"/>
              <a:gd name="connsiteY281" fmla="*/ 1039846 h 1410656"/>
              <a:gd name="connsiteX282" fmla="*/ 4430812 w 6095524"/>
              <a:gd name="connsiteY282" fmla="*/ 1028900 h 1410656"/>
              <a:gd name="connsiteX283" fmla="*/ 4483140 w 6095524"/>
              <a:gd name="connsiteY283" fmla="*/ 992030 h 1410656"/>
              <a:gd name="connsiteX284" fmla="*/ 4502535 w 6095524"/>
              <a:gd name="connsiteY284" fmla="*/ 995487 h 1410656"/>
              <a:gd name="connsiteX285" fmla="*/ 4523946 w 6095524"/>
              <a:gd name="connsiteY285" fmla="*/ 1007585 h 1410656"/>
              <a:gd name="connsiteX286" fmla="*/ 4570898 w 6095524"/>
              <a:gd name="connsiteY286" fmla="*/ 1010753 h 1410656"/>
              <a:gd name="connsiteX287" fmla="*/ 4588468 w 6095524"/>
              <a:gd name="connsiteY287" fmla="*/ 1004513 h 1410656"/>
              <a:gd name="connsiteX288" fmla="*/ 4619192 w 6095524"/>
              <a:gd name="connsiteY288" fmla="*/ 987710 h 1410656"/>
              <a:gd name="connsiteX289" fmla="*/ 4642908 w 6095524"/>
              <a:gd name="connsiteY289" fmla="*/ 961689 h 1410656"/>
              <a:gd name="connsiteX290" fmla="*/ 4677378 w 6095524"/>
              <a:gd name="connsiteY290" fmla="*/ 918674 h 1410656"/>
              <a:gd name="connsiteX291" fmla="*/ 4743532 w 6095524"/>
              <a:gd name="connsiteY291" fmla="*/ 902256 h 1410656"/>
              <a:gd name="connsiteX292" fmla="*/ 4768977 w 6095524"/>
              <a:gd name="connsiteY292" fmla="*/ 896783 h 1410656"/>
              <a:gd name="connsiteX293" fmla="*/ 4861536 w 6095524"/>
              <a:gd name="connsiteY293" fmla="*/ 873835 h 1410656"/>
              <a:gd name="connsiteX294" fmla="*/ 4869600 w 6095524"/>
              <a:gd name="connsiteY294" fmla="*/ 873067 h 1410656"/>
              <a:gd name="connsiteX295" fmla="*/ 4933738 w 6095524"/>
              <a:gd name="connsiteY295" fmla="*/ 846664 h 1410656"/>
              <a:gd name="connsiteX296" fmla="*/ 4949196 w 6095524"/>
              <a:gd name="connsiteY296" fmla="*/ 840134 h 1410656"/>
              <a:gd name="connsiteX297" fmla="*/ 4968112 w 6095524"/>
              <a:gd name="connsiteY297" fmla="*/ 823427 h 1410656"/>
              <a:gd name="connsiteX298" fmla="*/ 4985588 w 6095524"/>
              <a:gd name="connsiteY298" fmla="*/ 776284 h 1410656"/>
              <a:gd name="connsiteX299" fmla="*/ 5006038 w 6095524"/>
              <a:gd name="connsiteY299" fmla="*/ 754776 h 1410656"/>
              <a:gd name="connsiteX300" fmla="*/ 5020921 w 6095524"/>
              <a:gd name="connsiteY300" fmla="*/ 741718 h 1410656"/>
              <a:gd name="connsiteX301" fmla="*/ 5033978 w 6095524"/>
              <a:gd name="connsiteY301" fmla="*/ 721940 h 1410656"/>
              <a:gd name="connsiteX302" fmla="*/ 5047036 w 6095524"/>
              <a:gd name="connsiteY302" fmla="*/ 674604 h 1410656"/>
              <a:gd name="connsiteX303" fmla="*/ 5067104 w 6095524"/>
              <a:gd name="connsiteY303" fmla="*/ 632645 h 1410656"/>
              <a:gd name="connsiteX304" fmla="*/ 5103206 w 6095524"/>
              <a:gd name="connsiteY304" fmla="*/ 609410 h 1410656"/>
              <a:gd name="connsiteX305" fmla="*/ 5125577 w 6095524"/>
              <a:gd name="connsiteY305" fmla="*/ 597216 h 1410656"/>
              <a:gd name="connsiteX306" fmla="*/ 5214200 w 6095524"/>
              <a:gd name="connsiteY306" fmla="*/ 609506 h 1410656"/>
              <a:gd name="connsiteX307" fmla="*/ 5274688 w 6095524"/>
              <a:gd name="connsiteY307" fmla="*/ 621507 h 1410656"/>
              <a:gd name="connsiteX308" fmla="*/ 5294564 w 6095524"/>
              <a:gd name="connsiteY308" fmla="*/ 616899 h 1410656"/>
              <a:gd name="connsiteX309" fmla="*/ 5350732 w 6095524"/>
              <a:gd name="connsiteY309" fmla="*/ 577724 h 1410656"/>
              <a:gd name="connsiteX310" fmla="*/ 5406230 w 6095524"/>
              <a:gd name="connsiteY310" fmla="*/ 560250 h 1410656"/>
              <a:gd name="connsiteX311" fmla="*/ 5447996 w 6095524"/>
              <a:gd name="connsiteY311" fmla="*/ 555257 h 1410656"/>
              <a:gd name="connsiteX312" fmla="*/ 5483904 w 6095524"/>
              <a:gd name="connsiteY312" fmla="*/ 551417 h 1410656"/>
              <a:gd name="connsiteX313" fmla="*/ 5527016 w 6095524"/>
              <a:gd name="connsiteY313" fmla="*/ 540663 h 1410656"/>
              <a:gd name="connsiteX314" fmla="*/ 5551404 w 6095524"/>
              <a:gd name="connsiteY314" fmla="*/ 528949 h 1410656"/>
              <a:gd name="connsiteX315" fmla="*/ 5590194 w 6095524"/>
              <a:gd name="connsiteY315" fmla="*/ 512147 h 1410656"/>
              <a:gd name="connsiteX316" fmla="*/ 5629944 w 6095524"/>
              <a:gd name="connsiteY316" fmla="*/ 490351 h 1410656"/>
              <a:gd name="connsiteX317" fmla="*/ 5660477 w 6095524"/>
              <a:gd name="connsiteY317" fmla="*/ 459818 h 1410656"/>
              <a:gd name="connsiteX318" fmla="*/ 5676896 w 6095524"/>
              <a:gd name="connsiteY318" fmla="*/ 434086 h 1410656"/>
              <a:gd name="connsiteX319" fmla="*/ 5725000 w 6095524"/>
              <a:gd name="connsiteY319" fmla="*/ 397216 h 1410656"/>
              <a:gd name="connsiteX320" fmla="*/ 5768494 w 6095524"/>
              <a:gd name="connsiteY320" fmla="*/ 327701 h 1410656"/>
              <a:gd name="connsiteX321" fmla="*/ 5795763 w 6095524"/>
              <a:gd name="connsiteY321" fmla="*/ 298801 h 1410656"/>
              <a:gd name="connsiteX322" fmla="*/ 5811221 w 6095524"/>
              <a:gd name="connsiteY322" fmla="*/ 290639 h 1410656"/>
              <a:gd name="connsiteX323" fmla="*/ 5837528 w 6095524"/>
              <a:gd name="connsiteY323" fmla="*/ 270573 h 1410656"/>
              <a:gd name="connsiteX324" fmla="*/ 5853084 w 6095524"/>
              <a:gd name="connsiteY324" fmla="*/ 255690 h 1410656"/>
              <a:gd name="connsiteX325" fmla="*/ 5895618 w 6095524"/>
              <a:gd name="connsiteY325" fmla="*/ 200961 h 1410656"/>
              <a:gd name="connsiteX326" fmla="*/ 5908676 w 6095524"/>
              <a:gd name="connsiteY326" fmla="*/ 184735 h 1410656"/>
              <a:gd name="connsiteX327" fmla="*/ 5935657 w 6095524"/>
              <a:gd name="connsiteY327" fmla="*/ 156891 h 1410656"/>
              <a:gd name="connsiteX328" fmla="*/ 5947467 w 6095524"/>
              <a:gd name="connsiteY328" fmla="*/ 148441 h 1410656"/>
              <a:gd name="connsiteX329" fmla="*/ 5968302 w 6095524"/>
              <a:gd name="connsiteY329" fmla="*/ 125782 h 1410656"/>
              <a:gd name="connsiteX330" fmla="*/ 6017942 w 6095524"/>
              <a:gd name="connsiteY330" fmla="*/ 66348 h 1410656"/>
              <a:gd name="connsiteX331" fmla="*/ 6039258 w 6095524"/>
              <a:gd name="connsiteY331" fmla="*/ 33030 h 1410656"/>
              <a:gd name="connsiteX332" fmla="*/ 6081792 w 6095524"/>
              <a:gd name="connsiteY332" fmla="*/ 8451 h 1410656"/>
              <a:gd name="connsiteX333" fmla="*/ 6095524 w 6095524"/>
              <a:gd name="connsiteY333" fmla="*/ 0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</a:cxnLst>
            <a:rect l="l" t="t" r="r" b="b"/>
            <a:pathLst>
              <a:path w="6095524" h="1410656">
                <a:moveTo>
                  <a:pt x="6095524" y="0"/>
                </a:moveTo>
                <a:lnTo>
                  <a:pt x="6095524" y="221634"/>
                </a:lnTo>
                <a:lnTo>
                  <a:pt x="6061052" y="237063"/>
                </a:lnTo>
                <a:cubicBezTo>
                  <a:pt x="6054332" y="239848"/>
                  <a:pt x="6046938" y="241384"/>
                  <a:pt x="6040890" y="245128"/>
                </a:cubicBezTo>
                <a:cubicBezTo>
                  <a:pt x="6013044" y="262219"/>
                  <a:pt x="5986064" y="280654"/>
                  <a:pt x="5957836" y="297073"/>
                </a:cubicBezTo>
                <a:cubicBezTo>
                  <a:pt x="5928744" y="314067"/>
                  <a:pt x="5902724" y="334134"/>
                  <a:pt x="5882656" y="361307"/>
                </a:cubicBezTo>
                <a:cubicBezTo>
                  <a:pt x="5864029" y="386559"/>
                  <a:pt x="5845978" y="412194"/>
                  <a:pt x="5827448" y="437542"/>
                </a:cubicBezTo>
                <a:cubicBezTo>
                  <a:pt x="5822743" y="443975"/>
                  <a:pt x="5818422" y="451561"/>
                  <a:pt x="5811989" y="455690"/>
                </a:cubicBezTo>
                <a:cubicBezTo>
                  <a:pt x="5798643" y="464331"/>
                  <a:pt x="5784048" y="471340"/>
                  <a:pt x="5769742" y="478445"/>
                </a:cubicBezTo>
                <a:cubicBezTo>
                  <a:pt x="5757452" y="484494"/>
                  <a:pt x="5744394" y="489006"/>
                  <a:pt x="5732393" y="495535"/>
                </a:cubicBezTo>
                <a:cubicBezTo>
                  <a:pt x="5722792" y="500721"/>
                  <a:pt x="5714246" y="507922"/>
                  <a:pt x="5705316" y="514451"/>
                </a:cubicBezTo>
                <a:cubicBezTo>
                  <a:pt x="5697539" y="520115"/>
                  <a:pt x="5688994" y="525012"/>
                  <a:pt x="5682465" y="531830"/>
                </a:cubicBezTo>
                <a:cubicBezTo>
                  <a:pt x="5666526" y="548344"/>
                  <a:pt x="5650491" y="564571"/>
                  <a:pt x="5630712" y="576765"/>
                </a:cubicBezTo>
                <a:cubicBezTo>
                  <a:pt x="5611221" y="588862"/>
                  <a:pt x="5592786" y="602401"/>
                  <a:pt x="5573392" y="614691"/>
                </a:cubicBezTo>
                <a:cubicBezTo>
                  <a:pt x="5554380" y="626693"/>
                  <a:pt x="5537194" y="639846"/>
                  <a:pt x="5527304" y="661162"/>
                </a:cubicBezTo>
                <a:cubicBezTo>
                  <a:pt x="5522888" y="670571"/>
                  <a:pt x="5516646" y="680845"/>
                  <a:pt x="5508293" y="686318"/>
                </a:cubicBezTo>
                <a:cubicBezTo>
                  <a:pt x="5496387" y="694095"/>
                  <a:pt x="5481313" y="696880"/>
                  <a:pt x="5468350" y="703505"/>
                </a:cubicBezTo>
                <a:cubicBezTo>
                  <a:pt x="5453084" y="711282"/>
                  <a:pt x="5435418" y="718003"/>
                  <a:pt x="5425048" y="730389"/>
                </a:cubicBezTo>
                <a:cubicBezTo>
                  <a:pt x="5415830" y="741431"/>
                  <a:pt x="5406517" y="750072"/>
                  <a:pt x="5394322" y="757081"/>
                </a:cubicBezTo>
                <a:cubicBezTo>
                  <a:pt x="5385778" y="761978"/>
                  <a:pt x="5379441" y="770907"/>
                  <a:pt x="5370608" y="774940"/>
                </a:cubicBezTo>
                <a:cubicBezTo>
                  <a:pt x="5358990" y="780317"/>
                  <a:pt x="5347276" y="784542"/>
                  <a:pt x="5337098" y="792895"/>
                </a:cubicBezTo>
                <a:cubicBezTo>
                  <a:pt x="5326536" y="801536"/>
                  <a:pt x="5314535" y="808353"/>
                  <a:pt x="5303493" y="816419"/>
                </a:cubicBezTo>
                <a:cubicBezTo>
                  <a:pt x="5297636" y="820739"/>
                  <a:pt x="5292835" y="826404"/>
                  <a:pt x="5287171" y="830917"/>
                </a:cubicBezTo>
                <a:cubicBezTo>
                  <a:pt x="5276801" y="839174"/>
                  <a:pt x="5266239" y="847239"/>
                  <a:pt x="5255581" y="855016"/>
                </a:cubicBezTo>
                <a:cubicBezTo>
                  <a:pt x="5244924" y="862794"/>
                  <a:pt x="5234746" y="871819"/>
                  <a:pt x="5223032" y="877484"/>
                </a:cubicBezTo>
                <a:cubicBezTo>
                  <a:pt x="5203062" y="887086"/>
                  <a:pt x="5181266" y="892847"/>
                  <a:pt x="5161870" y="903216"/>
                </a:cubicBezTo>
                <a:cubicBezTo>
                  <a:pt x="5142188" y="913777"/>
                  <a:pt x="5123656" y="927028"/>
                  <a:pt x="5106182" y="941046"/>
                </a:cubicBezTo>
                <a:cubicBezTo>
                  <a:pt x="5092356" y="952088"/>
                  <a:pt x="5079394" y="963034"/>
                  <a:pt x="5062014" y="968698"/>
                </a:cubicBezTo>
                <a:cubicBezTo>
                  <a:pt x="5052317" y="971867"/>
                  <a:pt x="5042140" y="978780"/>
                  <a:pt x="5036282" y="986846"/>
                </a:cubicBezTo>
                <a:cubicBezTo>
                  <a:pt x="5023608" y="1004416"/>
                  <a:pt x="5007382" y="1016802"/>
                  <a:pt x="4989043" y="1027364"/>
                </a:cubicBezTo>
                <a:cubicBezTo>
                  <a:pt x="4964559" y="1041574"/>
                  <a:pt x="4940363" y="1056072"/>
                  <a:pt x="4915783" y="1069994"/>
                </a:cubicBezTo>
                <a:cubicBezTo>
                  <a:pt x="4901286" y="1078252"/>
                  <a:pt x="4886884" y="1086989"/>
                  <a:pt x="4871520" y="1093038"/>
                </a:cubicBezTo>
                <a:cubicBezTo>
                  <a:pt x="4840124" y="1105520"/>
                  <a:pt x="4807959" y="1116177"/>
                  <a:pt x="4776274" y="1127796"/>
                </a:cubicBezTo>
                <a:cubicBezTo>
                  <a:pt x="4765904" y="1131540"/>
                  <a:pt x="4756110" y="1136917"/>
                  <a:pt x="4745548" y="1140182"/>
                </a:cubicBezTo>
                <a:cubicBezTo>
                  <a:pt x="4734122" y="1143734"/>
                  <a:pt x="4721834" y="1144790"/>
                  <a:pt x="4710408" y="1148343"/>
                </a:cubicBezTo>
                <a:cubicBezTo>
                  <a:pt x="4691396" y="1154199"/>
                  <a:pt x="4672961" y="1161689"/>
                  <a:pt x="4653950" y="1167642"/>
                </a:cubicBezTo>
                <a:cubicBezTo>
                  <a:pt x="4617272" y="1179068"/>
                  <a:pt x="4580498" y="1190014"/>
                  <a:pt x="4543725" y="1200863"/>
                </a:cubicBezTo>
                <a:cubicBezTo>
                  <a:pt x="4535852" y="1203168"/>
                  <a:pt x="4527306" y="1203456"/>
                  <a:pt x="4519530" y="1205952"/>
                </a:cubicBezTo>
                <a:cubicBezTo>
                  <a:pt x="4498886" y="1212673"/>
                  <a:pt x="4478338" y="1219970"/>
                  <a:pt x="4457887" y="1227363"/>
                </a:cubicBezTo>
                <a:cubicBezTo>
                  <a:pt x="4445502" y="1231876"/>
                  <a:pt x="4433403" y="1237445"/>
                  <a:pt x="4420922" y="1241765"/>
                </a:cubicBezTo>
                <a:cubicBezTo>
                  <a:pt x="4410936" y="1245222"/>
                  <a:pt x="4400662" y="1247910"/>
                  <a:pt x="4390292" y="1250023"/>
                </a:cubicBezTo>
                <a:cubicBezTo>
                  <a:pt x="4381363" y="1251848"/>
                  <a:pt x="4372050" y="1251655"/>
                  <a:pt x="4363216" y="1253864"/>
                </a:cubicBezTo>
                <a:cubicBezTo>
                  <a:pt x="4339308" y="1259816"/>
                  <a:pt x="4315689" y="1266538"/>
                  <a:pt x="4291973" y="1272874"/>
                </a:cubicBezTo>
                <a:cubicBezTo>
                  <a:pt x="4282468" y="1275371"/>
                  <a:pt x="4272770" y="1277196"/>
                  <a:pt x="4263552" y="1280364"/>
                </a:cubicBezTo>
                <a:cubicBezTo>
                  <a:pt x="4238876" y="1288717"/>
                  <a:pt x="4214585" y="1298222"/>
                  <a:pt x="4189813" y="1306096"/>
                </a:cubicBezTo>
                <a:cubicBezTo>
                  <a:pt x="4169266" y="1312625"/>
                  <a:pt x="4148142" y="1317329"/>
                  <a:pt x="4127306" y="1323090"/>
                </a:cubicBezTo>
                <a:cubicBezTo>
                  <a:pt x="4118473" y="1325587"/>
                  <a:pt x="4110024" y="1329140"/>
                  <a:pt x="4101192" y="1331251"/>
                </a:cubicBezTo>
                <a:cubicBezTo>
                  <a:pt x="4081412" y="1336053"/>
                  <a:pt x="4061345" y="1340085"/>
                  <a:pt x="4041470" y="1344886"/>
                </a:cubicBezTo>
                <a:cubicBezTo>
                  <a:pt x="4030139" y="1347670"/>
                  <a:pt x="4019194" y="1352663"/>
                  <a:pt x="4007672" y="1354488"/>
                </a:cubicBezTo>
                <a:cubicBezTo>
                  <a:pt x="3980308" y="1358808"/>
                  <a:pt x="3952752" y="1361880"/>
                  <a:pt x="3925195" y="1365337"/>
                </a:cubicBezTo>
                <a:cubicBezTo>
                  <a:pt x="3896776" y="1368889"/>
                  <a:pt x="3868451" y="1372634"/>
                  <a:pt x="3840029" y="1375802"/>
                </a:cubicBezTo>
                <a:cubicBezTo>
                  <a:pt x="3824475" y="1377435"/>
                  <a:pt x="3808824" y="1377723"/>
                  <a:pt x="3793270" y="1379259"/>
                </a:cubicBezTo>
                <a:cubicBezTo>
                  <a:pt x="3779636" y="1380604"/>
                  <a:pt x="3766098" y="1383100"/>
                  <a:pt x="3752464" y="1384733"/>
                </a:cubicBezTo>
                <a:cubicBezTo>
                  <a:pt x="3740654" y="1386076"/>
                  <a:pt x="3728748" y="1386844"/>
                  <a:pt x="3716938" y="1388189"/>
                </a:cubicBezTo>
                <a:cubicBezTo>
                  <a:pt x="3698024" y="1390397"/>
                  <a:pt x="3679204" y="1392894"/>
                  <a:pt x="3660386" y="1395198"/>
                </a:cubicBezTo>
                <a:cubicBezTo>
                  <a:pt x="3652513" y="1396062"/>
                  <a:pt x="3644255" y="1398462"/>
                  <a:pt x="3636862" y="1397023"/>
                </a:cubicBezTo>
                <a:cubicBezTo>
                  <a:pt x="3618235" y="1393373"/>
                  <a:pt x="3599896" y="1394430"/>
                  <a:pt x="3581365" y="1396926"/>
                </a:cubicBezTo>
                <a:cubicBezTo>
                  <a:pt x="3575028" y="1397791"/>
                  <a:pt x="3568211" y="1397598"/>
                  <a:pt x="3562066" y="1395966"/>
                </a:cubicBezTo>
                <a:cubicBezTo>
                  <a:pt x="3549488" y="1392701"/>
                  <a:pt x="3537294" y="1388092"/>
                  <a:pt x="3524908" y="1384060"/>
                </a:cubicBezTo>
                <a:cubicBezTo>
                  <a:pt x="3523563" y="1383580"/>
                  <a:pt x="3521931" y="1383484"/>
                  <a:pt x="3520492" y="1383196"/>
                </a:cubicBezTo>
                <a:cubicBezTo>
                  <a:pt x="3512330" y="1381563"/>
                  <a:pt x="3504266" y="1379931"/>
                  <a:pt x="3496103" y="1378491"/>
                </a:cubicBezTo>
                <a:cubicBezTo>
                  <a:pt x="3491687" y="1377723"/>
                  <a:pt x="3487174" y="1377627"/>
                  <a:pt x="3482757" y="1376955"/>
                </a:cubicBezTo>
                <a:cubicBezTo>
                  <a:pt x="3465667" y="1374266"/>
                  <a:pt x="3446848" y="1378779"/>
                  <a:pt x="3432061" y="1367162"/>
                </a:cubicBezTo>
                <a:cubicBezTo>
                  <a:pt x="3422460" y="1359672"/>
                  <a:pt x="3413146" y="1361401"/>
                  <a:pt x="3402873" y="1362553"/>
                </a:cubicBezTo>
                <a:cubicBezTo>
                  <a:pt x="3395096" y="1363417"/>
                  <a:pt x="3387126" y="1363128"/>
                  <a:pt x="3379253" y="1363225"/>
                </a:cubicBezTo>
                <a:cubicBezTo>
                  <a:pt x="3365427" y="1363512"/>
                  <a:pt x="3351601" y="1363609"/>
                  <a:pt x="3337774" y="1364089"/>
                </a:cubicBezTo>
                <a:cubicBezTo>
                  <a:pt x="3333357" y="1364281"/>
                  <a:pt x="3328846" y="1366682"/>
                  <a:pt x="3324524" y="1366298"/>
                </a:cubicBezTo>
                <a:cubicBezTo>
                  <a:pt x="3304553" y="1364473"/>
                  <a:pt x="3284582" y="1361592"/>
                  <a:pt x="3264610" y="1359960"/>
                </a:cubicBezTo>
                <a:cubicBezTo>
                  <a:pt x="3253281" y="1359001"/>
                  <a:pt x="3241663" y="1360824"/>
                  <a:pt x="3230429" y="1359480"/>
                </a:cubicBezTo>
                <a:cubicBezTo>
                  <a:pt x="3217468" y="1357944"/>
                  <a:pt x="3204794" y="1354008"/>
                  <a:pt x="3191927" y="1351607"/>
                </a:cubicBezTo>
                <a:cubicBezTo>
                  <a:pt x="3188375" y="1350935"/>
                  <a:pt x="3184438" y="1351799"/>
                  <a:pt x="3180694" y="1351991"/>
                </a:cubicBezTo>
                <a:cubicBezTo>
                  <a:pt x="3176469" y="1352183"/>
                  <a:pt x="3172340" y="1352567"/>
                  <a:pt x="3168116" y="1352663"/>
                </a:cubicBezTo>
                <a:cubicBezTo>
                  <a:pt x="3155249" y="1352856"/>
                  <a:pt x="3142384" y="1352567"/>
                  <a:pt x="3129517" y="1353240"/>
                </a:cubicBezTo>
                <a:cubicBezTo>
                  <a:pt x="3121644" y="1353624"/>
                  <a:pt x="3113388" y="1357560"/>
                  <a:pt x="3106089" y="1356120"/>
                </a:cubicBezTo>
                <a:cubicBezTo>
                  <a:pt x="3091208" y="1353335"/>
                  <a:pt x="3076325" y="1359576"/>
                  <a:pt x="3061444" y="1354392"/>
                </a:cubicBezTo>
                <a:cubicBezTo>
                  <a:pt x="3056834" y="1352856"/>
                  <a:pt x="3050497" y="1356696"/>
                  <a:pt x="3044928" y="1356888"/>
                </a:cubicBezTo>
                <a:cubicBezTo>
                  <a:pt x="3031006" y="1357368"/>
                  <a:pt x="3017084" y="1357272"/>
                  <a:pt x="3003162" y="1357176"/>
                </a:cubicBezTo>
                <a:cubicBezTo>
                  <a:pt x="2990680" y="1357080"/>
                  <a:pt x="2977717" y="1358424"/>
                  <a:pt x="2965716" y="1355736"/>
                </a:cubicBezTo>
                <a:cubicBezTo>
                  <a:pt x="2953137" y="1352856"/>
                  <a:pt x="2941808" y="1353240"/>
                  <a:pt x="2929614" y="1356504"/>
                </a:cubicBezTo>
                <a:cubicBezTo>
                  <a:pt x="2921260" y="1358712"/>
                  <a:pt x="2912427" y="1359001"/>
                  <a:pt x="2903786" y="1359672"/>
                </a:cubicBezTo>
                <a:cubicBezTo>
                  <a:pt x="2894473" y="1360440"/>
                  <a:pt x="2884199" y="1358424"/>
                  <a:pt x="2875750" y="1361592"/>
                </a:cubicBezTo>
                <a:cubicBezTo>
                  <a:pt x="2850593" y="1371002"/>
                  <a:pt x="2824765" y="1373018"/>
                  <a:pt x="2798458" y="1373018"/>
                </a:cubicBezTo>
                <a:cubicBezTo>
                  <a:pt x="2793656" y="1373018"/>
                  <a:pt x="2788759" y="1371675"/>
                  <a:pt x="2784152" y="1370234"/>
                </a:cubicBezTo>
                <a:cubicBezTo>
                  <a:pt x="2757266" y="1361592"/>
                  <a:pt x="2730286" y="1362360"/>
                  <a:pt x="2702922" y="1367641"/>
                </a:cubicBezTo>
                <a:cubicBezTo>
                  <a:pt x="2697257" y="1368794"/>
                  <a:pt x="2690921" y="1368986"/>
                  <a:pt x="2685256" y="1367834"/>
                </a:cubicBezTo>
                <a:cubicBezTo>
                  <a:pt x="2669317" y="1364473"/>
                  <a:pt x="2653858" y="1358904"/>
                  <a:pt x="2637824" y="1356504"/>
                </a:cubicBezTo>
                <a:cubicBezTo>
                  <a:pt x="2611324" y="1352567"/>
                  <a:pt x="2588377" y="1365817"/>
                  <a:pt x="2564661" y="1374459"/>
                </a:cubicBezTo>
                <a:cubicBezTo>
                  <a:pt x="2542097" y="1382620"/>
                  <a:pt x="2522894" y="1401055"/>
                  <a:pt x="2496201" y="1396926"/>
                </a:cubicBezTo>
                <a:cubicBezTo>
                  <a:pt x="2493514" y="1396542"/>
                  <a:pt x="2490537" y="1399134"/>
                  <a:pt x="2487560" y="1399807"/>
                </a:cubicBezTo>
                <a:cubicBezTo>
                  <a:pt x="2479399" y="1401631"/>
                  <a:pt x="2471238" y="1403839"/>
                  <a:pt x="2462980" y="1404704"/>
                </a:cubicBezTo>
                <a:cubicBezTo>
                  <a:pt x="2452899" y="1405856"/>
                  <a:pt x="2442625" y="1405472"/>
                  <a:pt x="2432544" y="1406432"/>
                </a:cubicBezTo>
                <a:cubicBezTo>
                  <a:pt x="2419581" y="1407584"/>
                  <a:pt x="2406812" y="1410656"/>
                  <a:pt x="2393945" y="1410656"/>
                </a:cubicBezTo>
                <a:cubicBezTo>
                  <a:pt x="2383575" y="1410656"/>
                  <a:pt x="2373302" y="1407104"/>
                  <a:pt x="2363029" y="1405375"/>
                </a:cubicBezTo>
                <a:cubicBezTo>
                  <a:pt x="2348530" y="1402975"/>
                  <a:pt x="2332591" y="1403647"/>
                  <a:pt x="2319821" y="1397502"/>
                </a:cubicBezTo>
                <a:cubicBezTo>
                  <a:pt x="2306188" y="1390973"/>
                  <a:pt x="2293225" y="1387997"/>
                  <a:pt x="2279111" y="1390013"/>
                </a:cubicBezTo>
                <a:cubicBezTo>
                  <a:pt x="2274406" y="1390685"/>
                  <a:pt x="2268357" y="1394718"/>
                  <a:pt x="2266245" y="1398846"/>
                </a:cubicBezTo>
                <a:cubicBezTo>
                  <a:pt x="2261540" y="1408064"/>
                  <a:pt x="2255108" y="1409697"/>
                  <a:pt x="2246370" y="1406527"/>
                </a:cubicBezTo>
                <a:cubicBezTo>
                  <a:pt x="2238785" y="1403839"/>
                  <a:pt x="2229471" y="1402495"/>
                  <a:pt x="2224287" y="1397310"/>
                </a:cubicBezTo>
                <a:cubicBezTo>
                  <a:pt x="2209596" y="1382620"/>
                  <a:pt x="2190873" y="1382140"/>
                  <a:pt x="2172630" y="1378204"/>
                </a:cubicBezTo>
                <a:cubicBezTo>
                  <a:pt x="2161494" y="1375802"/>
                  <a:pt x="2151123" y="1375707"/>
                  <a:pt x="2139985" y="1377339"/>
                </a:cubicBezTo>
                <a:cubicBezTo>
                  <a:pt x="2115790" y="1380988"/>
                  <a:pt x="2092266" y="1375802"/>
                  <a:pt x="2069030" y="1369178"/>
                </a:cubicBezTo>
                <a:cubicBezTo>
                  <a:pt x="2053667" y="1364761"/>
                  <a:pt x="2037921" y="1362073"/>
                  <a:pt x="2022655" y="1357560"/>
                </a:cubicBezTo>
                <a:cubicBezTo>
                  <a:pt x="2011229" y="1354104"/>
                  <a:pt x="1999804" y="1349975"/>
                  <a:pt x="1989339" y="1344406"/>
                </a:cubicBezTo>
                <a:cubicBezTo>
                  <a:pt x="1974167" y="1336244"/>
                  <a:pt x="1960918" y="1323954"/>
                  <a:pt x="1941618" y="1327219"/>
                </a:cubicBezTo>
                <a:cubicBezTo>
                  <a:pt x="1924623" y="1330099"/>
                  <a:pt x="1909262" y="1324051"/>
                  <a:pt x="1893707" y="1318290"/>
                </a:cubicBezTo>
                <a:cubicBezTo>
                  <a:pt x="1882281" y="1314065"/>
                  <a:pt x="1870857" y="1309744"/>
                  <a:pt x="1859045" y="1307056"/>
                </a:cubicBezTo>
                <a:cubicBezTo>
                  <a:pt x="1845027" y="1303887"/>
                  <a:pt x="1829184" y="1305232"/>
                  <a:pt x="1816702" y="1299374"/>
                </a:cubicBezTo>
                <a:cubicBezTo>
                  <a:pt x="1803644" y="1293229"/>
                  <a:pt x="1792795" y="1297358"/>
                  <a:pt x="1781177" y="1299087"/>
                </a:cubicBezTo>
                <a:cubicBezTo>
                  <a:pt x="1762646" y="1301775"/>
                  <a:pt x="1744210" y="1306768"/>
                  <a:pt x="1725488" y="1300431"/>
                </a:cubicBezTo>
                <a:cubicBezTo>
                  <a:pt x="1702733" y="1292750"/>
                  <a:pt x="1680169" y="1284493"/>
                  <a:pt x="1657318" y="1277196"/>
                </a:cubicBezTo>
                <a:cubicBezTo>
                  <a:pt x="1648483" y="1274410"/>
                  <a:pt x="1638980" y="1273258"/>
                  <a:pt x="1629761" y="1272010"/>
                </a:cubicBezTo>
                <a:cubicBezTo>
                  <a:pt x="1621025" y="1270954"/>
                  <a:pt x="1610559" y="1273642"/>
                  <a:pt x="1603837" y="1269610"/>
                </a:cubicBezTo>
                <a:cubicBezTo>
                  <a:pt x="1586554" y="1259241"/>
                  <a:pt x="1568792" y="1254152"/>
                  <a:pt x="1548820" y="1254152"/>
                </a:cubicBezTo>
                <a:cubicBezTo>
                  <a:pt x="1541330" y="1254152"/>
                  <a:pt x="1534033" y="1249831"/>
                  <a:pt x="1526449" y="1249062"/>
                </a:cubicBezTo>
                <a:cubicBezTo>
                  <a:pt x="1516078" y="1248103"/>
                  <a:pt x="1504172" y="1245510"/>
                  <a:pt x="1495147" y="1249159"/>
                </a:cubicBezTo>
                <a:cubicBezTo>
                  <a:pt x="1473928" y="1257800"/>
                  <a:pt x="1456742" y="1250599"/>
                  <a:pt x="1438211" y="1242054"/>
                </a:cubicBezTo>
                <a:cubicBezTo>
                  <a:pt x="1419967" y="1233604"/>
                  <a:pt x="1400764" y="1226884"/>
                  <a:pt x="1381370" y="1221314"/>
                </a:cubicBezTo>
                <a:cubicBezTo>
                  <a:pt x="1374073" y="1219298"/>
                  <a:pt x="1365336" y="1222659"/>
                  <a:pt x="1357270" y="1223330"/>
                </a:cubicBezTo>
                <a:cubicBezTo>
                  <a:pt x="1354389" y="1223523"/>
                  <a:pt x="1351220" y="1223811"/>
                  <a:pt x="1348629" y="1222851"/>
                </a:cubicBezTo>
                <a:cubicBezTo>
                  <a:pt x="1323569" y="1213633"/>
                  <a:pt x="1298124" y="1206624"/>
                  <a:pt x="1270953" y="1211424"/>
                </a:cubicBezTo>
                <a:cubicBezTo>
                  <a:pt x="1268457" y="1211905"/>
                  <a:pt x="1265672" y="1210849"/>
                  <a:pt x="1263175" y="1210177"/>
                </a:cubicBezTo>
                <a:cubicBezTo>
                  <a:pt x="1250981" y="1206720"/>
                  <a:pt x="1239075" y="1201247"/>
                  <a:pt x="1226690" y="1199999"/>
                </a:cubicBezTo>
                <a:cubicBezTo>
                  <a:pt x="1196157" y="1196927"/>
                  <a:pt x="1165433" y="1195678"/>
                  <a:pt x="1134706" y="1193662"/>
                </a:cubicBezTo>
                <a:cubicBezTo>
                  <a:pt x="1132786" y="1193566"/>
                  <a:pt x="1130770" y="1193566"/>
                  <a:pt x="1129042" y="1192894"/>
                </a:cubicBezTo>
                <a:cubicBezTo>
                  <a:pt x="1117712" y="1188765"/>
                  <a:pt x="1107823" y="1190110"/>
                  <a:pt x="1098220" y="1197982"/>
                </a:cubicBezTo>
                <a:cubicBezTo>
                  <a:pt x="1093996" y="1201439"/>
                  <a:pt x="1088235" y="1203263"/>
                  <a:pt x="1082955" y="1205184"/>
                </a:cubicBezTo>
                <a:cubicBezTo>
                  <a:pt x="1075177" y="1208065"/>
                  <a:pt x="1067208" y="1210849"/>
                  <a:pt x="1059143" y="1212673"/>
                </a:cubicBezTo>
                <a:cubicBezTo>
                  <a:pt x="1051173" y="1214401"/>
                  <a:pt x="1042628" y="1216801"/>
                  <a:pt x="1034947" y="1215458"/>
                </a:cubicBezTo>
                <a:cubicBezTo>
                  <a:pt x="1021121" y="1213057"/>
                  <a:pt x="1007966" y="1207681"/>
                  <a:pt x="994332" y="1204127"/>
                </a:cubicBezTo>
                <a:cubicBezTo>
                  <a:pt x="989628" y="1202879"/>
                  <a:pt x="984442" y="1203072"/>
                  <a:pt x="979546" y="1202975"/>
                </a:cubicBezTo>
                <a:cubicBezTo>
                  <a:pt x="968312" y="1202688"/>
                  <a:pt x="956790" y="1205472"/>
                  <a:pt x="946613" y="1197503"/>
                </a:cubicBezTo>
                <a:cubicBezTo>
                  <a:pt x="937204" y="1190014"/>
                  <a:pt x="927697" y="1192221"/>
                  <a:pt x="917808" y="1197887"/>
                </a:cubicBezTo>
                <a:cubicBezTo>
                  <a:pt x="910703" y="1201920"/>
                  <a:pt x="902639" y="1205088"/>
                  <a:pt x="894669" y="1206624"/>
                </a:cubicBezTo>
                <a:cubicBezTo>
                  <a:pt x="883723" y="1208736"/>
                  <a:pt x="872873" y="1209601"/>
                  <a:pt x="861063" y="1208352"/>
                </a:cubicBezTo>
                <a:cubicBezTo>
                  <a:pt x="852710" y="1207488"/>
                  <a:pt x="845892" y="1207104"/>
                  <a:pt x="839363" y="1202015"/>
                </a:cubicBezTo>
                <a:cubicBezTo>
                  <a:pt x="838308" y="1201247"/>
                  <a:pt x="836388" y="1201055"/>
                  <a:pt x="834947" y="1201152"/>
                </a:cubicBezTo>
                <a:cubicBezTo>
                  <a:pt x="816032" y="1202784"/>
                  <a:pt x="797309" y="1201920"/>
                  <a:pt x="778202" y="1200767"/>
                </a:cubicBezTo>
                <a:cubicBezTo>
                  <a:pt x="753911" y="1199231"/>
                  <a:pt x="728370" y="1203743"/>
                  <a:pt x="707343" y="1219874"/>
                </a:cubicBezTo>
                <a:cubicBezTo>
                  <a:pt x="704271" y="1222275"/>
                  <a:pt x="699662" y="1223330"/>
                  <a:pt x="695629" y="1223907"/>
                </a:cubicBezTo>
                <a:cubicBezTo>
                  <a:pt x="676618" y="1226403"/>
                  <a:pt x="657511" y="1228132"/>
                  <a:pt x="638500" y="1230916"/>
                </a:cubicBezTo>
                <a:cubicBezTo>
                  <a:pt x="628130" y="1232452"/>
                  <a:pt x="617280" y="1233797"/>
                  <a:pt x="607872" y="1238021"/>
                </a:cubicBezTo>
                <a:cubicBezTo>
                  <a:pt x="598655" y="1242149"/>
                  <a:pt x="591260" y="1247046"/>
                  <a:pt x="585788" y="1238405"/>
                </a:cubicBezTo>
                <a:cubicBezTo>
                  <a:pt x="575995" y="1243014"/>
                  <a:pt x="567448" y="1246855"/>
                  <a:pt x="559097" y="1250983"/>
                </a:cubicBezTo>
                <a:cubicBezTo>
                  <a:pt x="556023" y="1252519"/>
                  <a:pt x="553431" y="1255016"/>
                  <a:pt x="550358" y="1256456"/>
                </a:cubicBezTo>
                <a:cubicBezTo>
                  <a:pt x="547093" y="1257993"/>
                  <a:pt x="543445" y="1258952"/>
                  <a:pt x="539893" y="1259720"/>
                </a:cubicBezTo>
                <a:cubicBezTo>
                  <a:pt x="524050" y="1263177"/>
                  <a:pt x="508207" y="1266345"/>
                  <a:pt x="492462" y="1270090"/>
                </a:cubicBezTo>
                <a:cubicBezTo>
                  <a:pt x="489388" y="1270858"/>
                  <a:pt x="486796" y="1273931"/>
                  <a:pt x="484011" y="1275947"/>
                </a:cubicBezTo>
                <a:cubicBezTo>
                  <a:pt x="482187" y="1277291"/>
                  <a:pt x="480363" y="1279307"/>
                  <a:pt x="478346" y="1279596"/>
                </a:cubicBezTo>
                <a:cubicBezTo>
                  <a:pt x="462984" y="1281900"/>
                  <a:pt x="447718" y="1284589"/>
                  <a:pt x="432260" y="1285741"/>
                </a:cubicBezTo>
                <a:cubicBezTo>
                  <a:pt x="419298" y="1286700"/>
                  <a:pt x="406815" y="1286413"/>
                  <a:pt x="403455" y="1303119"/>
                </a:cubicBezTo>
                <a:cubicBezTo>
                  <a:pt x="402879" y="1306000"/>
                  <a:pt x="398750" y="1309073"/>
                  <a:pt x="395583" y="1310512"/>
                </a:cubicBezTo>
                <a:cubicBezTo>
                  <a:pt x="386557" y="1314641"/>
                  <a:pt x="376954" y="1317425"/>
                  <a:pt x="368025" y="1321650"/>
                </a:cubicBezTo>
                <a:cubicBezTo>
                  <a:pt x="338741" y="1335764"/>
                  <a:pt x="308113" y="1344694"/>
                  <a:pt x="275371" y="1343062"/>
                </a:cubicBezTo>
                <a:cubicBezTo>
                  <a:pt x="265194" y="1342582"/>
                  <a:pt x="255304" y="1337396"/>
                  <a:pt x="248871" y="1335476"/>
                </a:cubicBezTo>
                <a:cubicBezTo>
                  <a:pt x="230341" y="1343062"/>
                  <a:pt x="214786" y="1350359"/>
                  <a:pt x="198559" y="1355831"/>
                </a:cubicBezTo>
                <a:cubicBezTo>
                  <a:pt x="184253" y="1360728"/>
                  <a:pt x="169274" y="1363801"/>
                  <a:pt x="154583" y="1367353"/>
                </a:cubicBezTo>
                <a:cubicBezTo>
                  <a:pt x="149206" y="1368698"/>
                  <a:pt x="143734" y="1369466"/>
                  <a:pt x="138261" y="1370138"/>
                </a:cubicBezTo>
                <a:cubicBezTo>
                  <a:pt x="121171" y="1372250"/>
                  <a:pt x="103312" y="1367162"/>
                  <a:pt x="86606" y="1375227"/>
                </a:cubicBezTo>
                <a:cubicBezTo>
                  <a:pt x="77868" y="1379452"/>
                  <a:pt x="69226" y="1384540"/>
                  <a:pt x="60009" y="1386749"/>
                </a:cubicBezTo>
                <a:cubicBezTo>
                  <a:pt x="50120" y="1389149"/>
                  <a:pt x="40446" y="1392894"/>
                  <a:pt x="30568" y="1395570"/>
                </a:cubicBezTo>
                <a:lnTo>
                  <a:pt x="0" y="1397975"/>
                </a:lnTo>
                <a:lnTo>
                  <a:pt x="0" y="1041395"/>
                </a:lnTo>
                <a:lnTo>
                  <a:pt x="17282" y="1043014"/>
                </a:lnTo>
                <a:cubicBezTo>
                  <a:pt x="26692" y="1044358"/>
                  <a:pt x="35813" y="1048967"/>
                  <a:pt x="45030" y="1049159"/>
                </a:cubicBezTo>
                <a:cubicBezTo>
                  <a:pt x="59529" y="1049448"/>
                  <a:pt x="72395" y="1051271"/>
                  <a:pt x="85356" y="1059145"/>
                </a:cubicBezTo>
                <a:cubicBezTo>
                  <a:pt x="104944" y="1070955"/>
                  <a:pt x="121074" y="1065962"/>
                  <a:pt x="133077" y="1047815"/>
                </a:cubicBezTo>
                <a:cubicBezTo>
                  <a:pt x="134325" y="1045991"/>
                  <a:pt x="135957" y="1043590"/>
                  <a:pt x="137877" y="1043110"/>
                </a:cubicBezTo>
                <a:cubicBezTo>
                  <a:pt x="154872" y="1038885"/>
                  <a:pt x="172347" y="1030820"/>
                  <a:pt x="189053" y="1031877"/>
                </a:cubicBezTo>
                <a:cubicBezTo>
                  <a:pt x="218530" y="1033797"/>
                  <a:pt x="246278" y="1031493"/>
                  <a:pt x="273066" y="1019010"/>
                </a:cubicBezTo>
                <a:cubicBezTo>
                  <a:pt x="274698" y="1018242"/>
                  <a:pt x="277195" y="1017474"/>
                  <a:pt x="278539" y="1018146"/>
                </a:cubicBezTo>
                <a:cubicBezTo>
                  <a:pt x="294670" y="1026500"/>
                  <a:pt x="312336" y="1033125"/>
                  <a:pt x="326355" y="1044358"/>
                </a:cubicBezTo>
                <a:cubicBezTo>
                  <a:pt x="339701" y="1055016"/>
                  <a:pt x="355832" y="1055112"/>
                  <a:pt x="364761" y="1040710"/>
                </a:cubicBezTo>
                <a:cubicBezTo>
                  <a:pt x="369177" y="1033604"/>
                  <a:pt x="375322" y="1025348"/>
                  <a:pt x="382619" y="1022562"/>
                </a:cubicBezTo>
                <a:cubicBezTo>
                  <a:pt x="399134" y="1016226"/>
                  <a:pt x="416802" y="1012961"/>
                  <a:pt x="433988" y="1008256"/>
                </a:cubicBezTo>
                <a:cubicBezTo>
                  <a:pt x="455208" y="1002495"/>
                  <a:pt x="476139" y="1002495"/>
                  <a:pt x="497262" y="1009697"/>
                </a:cubicBezTo>
                <a:cubicBezTo>
                  <a:pt x="512145" y="1014785"/>
                  <a:pt x="527315" y="1014785"/>
                  <a:pt x="542101" y="1007872"/>
                </a:cubicBezTo>
                <a:cubicBezTo>
                  <a:pt x="550070" y="1004128"/>
                  <a:pt x="558232" y="1000288"/>
                  <a:pt x="566681" y="998175"/>
                </a:cubicBezTo>
                <a:cubicBezTo>
                  <a:pt x="572154" y="996830"/>
                  <a:pt x="578490" y="998079"/>
                  <a:pt x="584251" y="999136"/>
                </a:cubicBezTo>
                <a:cubicBezTo>
                  <a:pt x="595389" y="1001248"/>
                  <a:pt x="606911" y="1007681"/>
                  <a:pt x="617280" y="1006049"/>
                </a:cubicBezTo>
                <a:cubicBezTo>
                  <a:pt x="653095" y="1000288"/>
                  <a:pt x="686892" y="1013826"/>
                  <a:pt x="721842" y="1014210"/>
                </a:cubicBezTo>
                <a:cubicBezTo>
                  <a:pt x="737684" y="1014401"/>
                  <a:pt x="753335" y="1017474"/>
                  <a:pt x="764472" y="1001440"/>
                </a:cubicBezTo>
                <a:cubicBezTo>
                  <a:pt x="765912" y="999327"/>
                  <a:pt x="772922" y="1000479"/>
                  <a:pt x="777242" y="1001152"/>
                </a:cubicBezTo>
                <a:cubicBezTo>
                  <a:pt x="786844" y="1002592"/>
                  <a:pt x="796350" y="1006240"/>
                  <a:pt x="805854" y="1006145"/>
                </a:cubicBezTo>
                <a:cubicBezTo>
                  <a:pt x="825538" y="1006049"/>
                  <a:pt x="845317" y="1004513"/>
                  <a:pt x="864904" y="1002784"/>
                </a:cubicBezTo>
                <a:cubicBezTo>
                  <a:pt x="872297" y="1002111"/>
                  <a:pt x="879402" y="999520"/>
                  <a:pt x="886700" y="997695"/>
                </a:cubicBezTo>
                <a:cubicBezTo>
                  <a:pt x="890732" y="996639"/>
                  <a:pt x="895053" y="993855"/>
                  <a:pt x="898797" y="994430"/>
                </a:cubicBezTo>
                <a:cubicBezTo>
                  <a:pt x="920497" y="997791"/>
                  <a:pt x="940372" y="989534"/>
                  <a:pt x="960919" y="985405"/>
                </a:cubicBezTo>
                <a:cubicBezTo>
                  <a:pt x="970425" y="983485"/>
                  <a:pt x="979354" y="978876"/>
                  <a:pt x="988571" y="975708"/>
                </a:cubicBezTo>
                <a:cubicBezTo>
                  <a:pt x="990972" y="974843"/>
                  <a:pt x="993660" y="974075"/>
                  <a:pt x="996061" y="974268"/>
                </a:cubicBezTo>
                <a:cubicBezTo>
                  <a:pt x="1009791" y="975420"/>
                  <a:pt x="1023425" y="977052"/>
                  <a:pt x="1037059" y="978300"/>
                </a:cubicBezTo>
                <a:cubicBezTo>
                  <a:pt x="1049445" y="979452"/>
                  <a:pt x="1061927" y="979836"/>
                  <a:pt x="1067784" y="993950"/>
                </a:cubicBezTo>
                <a:cubicBezTo>
                  <a:pt x="1068649" y="996159"/>
                  <a:pt x="1071528" y="997791"/>
                  <a:pt x="1073737" y="999231"/>
                </a:cubicBezTo>
                <a:cubicBezTo>
                  <a:pt x="1107823" y="1021411"/>
                  <a:pt x="1126065" y="1020835"/>
                  <a:pt x="1159383" y="997407"/>
                </a:cubicBezTo>
                <a:cubicBezTo>
                  <a:pt x="1162839" y="995007"/>
                  <a:pt x="1170232" y="993278"/>
                  <a:pt x="1172536" y="995198"/>
                </a:cubicBezTo>
                <a:cubicBezTo>
                  <a:pt x="1192124" y="1011137"/>
                  <a:pt x="1213535" y="1009409"/>
                  <a:pt x="1236099" y="1004416"/>
                </a:cubicBezTo>
                <a:cubicBezTo>
                  <a:pt x="1241956" y="1003072"/>
                  <a:pt x="1250213" y="1003072"/>
                  <a:pt x="1254630" y="1006240"/>
                </a:cubicBezTo>
                <a:cubicBezTo>
                  <a:pt x="1275657" y="1020930"/>
                  <a:pt x="1298221" y="1018819"/>
                  <a:pt x="1321072" y="1014498"/>
                </a:cubicBezTo>
                <a:cubicBezTo>
                  <a:pt x="1324624" y="1013826"/>
                  <a:pt x="1328946" y="1010177"/>
                  <a:pt x="1330481" y="1006817"/>
                </a:cubicBezTo>
                <a:cubicBezTo>
                  <a:pt x="1335955" y="994911"/>
                  <a:pt x="1346229" y="990878"/>
                  <a:pt x="1357558" y="987517"/>
                </a:cubicBezTo>
                <a:cubicBezTo>
                  <a:pt x="1375417" y="982044"/>
                  <a:pt x="1392987" y="975611"/>
                  <a:pt x="1410942" y="970427"/>
                </a:cubicBezTo>
                <a:cubicBezTo>
                  <a:pt x="1415360" y="969179"/>
                  <a:pt x="1420832" y="969947"/>
                  <a:pt x="1425441" y="971387"/>
                </a:cubicBezTo>
                <a:cubicBezTo>
                  <a:pt x="1441187" y="976284"/>
                  <a:pt x="1451173" y="988574"/>
                  <a:pt x="1462118" y="999904"/>
                </a:cubicBezTo>
                <a:cubicBezTo>
                  <a:pt x="1466919" y="1004897"/>
                  <a:pt x="1473544" y="1008449"/>
                  <a:pt x="1479978" y="1011329"/>
                </a:cubicBezTo>
                <a:cubicBezTo>
                  <a:pt x="1496684" y="1018723"/>
                  <a:pt x="1513775" y="1025348"/>
                  <a:pt x="1530674" y="1032356"/>
                </a:cubicBezTo>
                <a:cubicBezTo>
                  <a:pt x="1532306" y="1033029"/>
                  <a:pt x="1533649" y="1034757"/>
                  <a:pt x="1534898" y="1036197"/>
                </a:cubicBezTo>
                <a:cubicBezTo>
                  <a:pt x="1547380" y="1051368"/>
                  <a:pt x="1559765" y="1066634"/>
                  <a:pt x="1572344" y="1081804"/>
                </a:cubicBezTo>
                <a:cubicBezTo>
                  <a:pt x="1574744" y="1084684"/>
                  <a:pt x="1578201" y="1086797"/>
                  <a:pt x="1580793" y="1089581"/>
                </a:cubicBezTo>
                <a:cubicBezTo>
                  <a:pt x="1584442" y="1093422"/>
                  <a:pt x="1589051" y="1097071"/>
                  <a:pt x="1590971" y="1101680"/>
                </a:cubicBezTo>
                <a:cubicBezTo>
                  <a:pt x="1596923" y="1116177"/>
                  <a:pt x="1608350" y="1122419"/>
                  <a:pt x="1622751" y="1125108"/>
                </a:cubicBezTo>
                <a:cubicBezTo>
                  <a:pt x="1635906" y="1127603"/>
                  <a:pt x="1649060" y="1129716"/>
                  <a:pt x="1662118" y="1132596"/>
                </a:cubicBezTo>
                <a:cubicBezTo>
                  <a:pt x="1678056" y="1136053"/>
                  <a:pt x="1693899" y="1139798"/>
                  <a:pt x="1709646" y="1144022"/>
                </a:cubicBezTo>
                <a:cubicBezTo>
                  <a:pt x="1716462" y="1145847"/>
                  <a:pt x="1723664" y="1147959"/>
                  <a:pt x="1729521" y="1151704"/>
                </a:cubicBezTo>
                <a:cubicBezTo>
                  <a:pt x="1745939" y="1162073"/>
                  <a:pt x="1763510" y="1169082"/>
                  <a:pt x="1782809" y="1166298"/>
                </a:cubicBezTo>
                <a:cubicBezTo>
                  <a:pt x="1798267" y="1164089"/>
                  <a:pt x="1811229" y="1169754"/>
                  <a:pt x="1820831" y="1178588"/>
                </a:cubicBezTo>
                <a:cubicBezTo>
                  <a:pt x="1838306" y="1194623"/>
                  <a:pt x="1857028" y="1190973"/>
                  <a:pt x="1875656" y="1185789"/>
                </a:cubicBezTo>
                <a:cubicBezTo>
                  <a:pt x="1885257" y="1183101"/>
                  <a:pt x="1893130" y="1183485"/>
                  <a:pt x="1902252" y="1186076"/>
                </a:cubicBezTo>
                <a:cubicBezTo>
                  <a:pt x="1923375" y="1192126"/>
                  <a:pt x="1937490" y="1208544"/>
                  <a:pt x="1951123" y="1222946"/>
                </a:cubicBezTo>
                <a:cubicBezTo>
                  <a:pt x="1962742" y="1235236"/>
                  <a:pt x="1975800" y="1242149"/>
                  <a:pt x="1990106" y="1247335"/>
                </a:cubicBezTo>
                <a:cubicBezTo>
                  <a:pt x="2008157" y="1253959"/>
                  <a:pt x="2022463" y="1251464"/>
                  <a:pt x="2031105" y="1235525"/>
                </a:cubicBezTo>
                <a:cubicBezTo>
                  <a:pt x="2033505" y="1231012"/>
                  <a:pt x="2037729" y="1225730"/>
                  <a:pt x="2042242" y="1224387"/>
                </a:cubicBezTo>
                <a:cubicBezTo>
                  <a:pt x="2064037" y="1217666"/>
                  <a:pt x="2086121" y="1207872"/>
                  <a:pt x="2109453" y="1213826"/>
                </a:cubicBezTo>
                <a:cubicBezTo>
                  <a:pt x="2141714" y="1221987"/>
                  <a:pt x="2173207" y="1221507"/>
                  <a:pt x="2205468" y="1213442"/>
                </a:cubicBezTo>
                <a:cubicBezTo>
                  <a:pt x="2257796" y="1200383"/>
                  <a:pt x="2310124" y="1186557"/>
                  <a:pt x="2365142" y="1189437"/>
                </a:cubicBezTo>
                <a:cubicBezTo>
                  <a:pt x="2374262" y="1189917"/>
                  <a:pt x="2385112" y="1184060"/>
                  <a:pt x="2392985" y="1178299"/>
                </a:cubicBezTo>
                <a:cubicBezTo>
                  <a:pt x="2408060" y="1167354"/>
                  <a:pt x="2407387" y="1166489"/>
                  <a:pt x="2424286" y="1175515"/>
                </a:cubicBezTo>
                <a:cubicBezTo>
                  <a:pt x="2428319" y="1177724"/>
                  <a:pt x="2433312" y="1179068"/>
                  <a:pt x="2436289" y="1182333"/>
                </a:cubicBezTo>
                <a:cubicBezTo>
                  <a:pt x="2451458" y="1198943"/>
                  <a:pt x="2470182" y="1194910"/>
                  <a:pt x="2488808" y="1192510"/>
                </a:cubicBezTo>
                <a:cubicBezTo>
                  <a:pt x="2492073" y="1192030"/>
                  <a:pt x="2496009" y="1191358"/>
                  <a:pt x="2498795" y="1192702"/>
                </a:cubicBezTo>
                <a:cubicBezTo>
                  <a:pt x="2511372" y="1198750"/>
                  <a:pt x="2522030" y="1196639"/>
                  <a:pt x="2532976" y="1188381"/>
                </a:cubicBezTo>
                <a:cubicBezTo>
                  <a:pt x="2542481" y="1181276"/>
                  <a:pt x="2553427" y="1177052"/>
                  <a:pt x="2564661" y="1185885"/>
                </a:cubicBezTo>
                <a:cubicBezTo>
                  <a:pt x="2589625" y="1205472"/>
                  <a:pt x="2616316" y="1206432"/>
                  <a:pt x="2644545" y="1194046"/>
                </a:cubicBezTo>
                <a:cubicBezTo>
                  <a:pt x="2664708" y="1185213"/>
                  <a:pt x="2684583" y="1183196"/>
                  <a:pt x="2705803" y="1192126"/>
                </a:cubicBezTo>
                <a:cubicBezTo>
                  <a:pt x="2713964" y="1195582"/>
                  <a:pt x="2724526" y="1193278"/>
                  <a:pt x="2734031" y="1194046"/>
                </a:cubicBezTo>
                <a:cubicBezTo>
                  <a:pt x="2739408" y="1194430"/>
                  <a:pt x="2745362" y="1194526"/>
                  <a:pt x="2749969" y="1196927"/>
                </a:cubicBezTo>
                <a:cubicBezTo>
                  <a:pt x="2762260" y="1203072"/>
                  <a:pt x="2773685" y="1210945"/>
                  <a:pt x="2786071" y="1216994"/>
                </a:cubicBezTo>
                <a:cubicBezTo>
                  <a:pt x="2792024" y="1219874"/>
                  <a:pt x="2799129" y="1221410"/>
                  <a:pt x="2805851" y="1221507"/>
                </a:cubicBezTo>
                <a:cubicBezTo>
                  <a:pt x="2825726" y="1221987"/>
                  <a:pt x="2845601" y="1221987"/>
                  <a:pt x="2865380" y="1221123"/>
                </a:cubicBezTo>
                <a:cubicBezTo>
                  <a:pt x="2898025" y="1219778"/>
                  <a:pt x="2931150" y="1219490"/>
                  <a:pt x="2954674" y="1190878"/>
                </a:cubicBezTo>
                <a:cubicBezTo>
                  <a:pt x="2956595" y="1188573"/>
                  <a:pt x="2960723" y="1187229"/>
                  <a:pt x="2963988" y="1186845"/>
                </a:cubicBezTo>
                <a:cubicBezTo>
                  <a:pt x="2979062" y="1185021"/>
                  <a:pt x="2994520" y="1184828"/>
                  <a:pt x="3009403" y="1181852"/>
                </a:cubicBezTo>
                <a:cubicBezTo>
                  <a:pt x="3021309" y="1179452"/>
                  <a:pt x="3031199" y="1180220"/>
                  <a:pt x="3040223" y="1188669"/>
                </a:cubicBezTo>
                <a:cubicBezTo>
                  <a:pt x="3052034" y="1199807"/>
                  <a:pt x="3066436" y="1206336"/>
                  <a:pt x="3082183" y="1202784"/>
                </a:cubicBezTo>
                <a:cubicBezTo>
                  <a:pt x="3097928" y="1199327"/>
                  <a:pt x="3108298" y="1206816"/>
                  <a:pt x="3119916" y="1214594"/>
                </a:cubicBezTo>
                <a:cubicBezTo>
                  <a:pt x="3128366" y="1220258"/>
                  <a:pt x="3137967" y="1227363"/>
                  <a:pt x="3147376" y="1227939"/>
                </a:cubicBezTo>
                <a:cubicBezTo>
                  <a:pt x="3168692" y="1229187"/>
                  <a:pt x="3187031" y="1248967"/>
                  <a:pt x="3210171" y="1237733"/>
                </a:cubicBezTo>
                <a:cubicBezTo>
                  <a:pt x="3211707" y="1236965"/>
                  <a:pt x="3214491" y="1238885"/>
                  <a:pt x="3216700" y="1239365"/>
                </a:cubicBezTo>
                <a:cubicBezTo>
                  <a:pt x="3234366" y="1243014"/>
                  <a:pt x="3250977" y="1239461"/>
                  <a:pt x="3263939" y="1227459"/>
                </a:cubicBezTo>
                <a:cubicBezTo>
                  <a:pt x="3280934" y="1211809"/>
                  <a:pt x="3299752" y="1210272"/>
                  <a:pt x="3320683" y="1215362"/>
                </a:cubicBezTo>
                <a:cubicBezTo>
                  <a:pt x="3327405" y="1216994"/>
                  <a:pt x="3334126" y="1218146"/>
                  <a:pt x="3340943" y="1219490"/>
                </a:cubicBezTo>
                <a:cubicBezTo>
                  <a:pt x="3350160" y="1221410"/>
                  <a:pt x="3359474" y="1223427"/>
                  <a:pt x="3368691" y="1225347"/>
                </a:cubicBezTo>
                <a:cubicBezTo>
                  <a:pt x="3377621" y="1227268"/>
                  <a:pt x="3387511" y="1230532"/>
                  <a:pt x="3394423" y="1222275"/>
                </a:cubicBezTo>
                <a:cubicBezTo>
                  <a:pt x="3400376" y="1215169"/>
                  <a:pt x="3404601" y="1215842"/>
                  <a:pt x="3410074" y="1221987"/>
                </a:cubicBezTo>
                <a:cubicBezTo>
                  <a:pt x="3429085" y="1243494"/>
                  <a:pt x="3452129" y="1256936"/>
                  <a:pt x="3481509" y="1257896"/>
                </a:cubicBezTo>
                <a:cubicBezTo>
                  <a:pt x="3487558" y="1258088"/>
                  <a:pt x="3493703" y="1259432"/>
                  <a:pt x="3499656" y="1260873"/>
                </a:cubicBezTo>
                <a:cubicBezTo>
                  <a:pt x="3503305" y="1261736"/>
                  <a:pt x="3507722" y="1262697"/>
                  <a:pt x="3509930" y="1265290"/>
                </a:cubicBezTo>
                <a:cubicBezTo>
                  <a:pt x="3527116" y="1285068"/>
                  <a:pt x="3548528" y="1298799"/>
                  <a:pt x="3571860" y="1309841"/>
                </a:cubicBezTo>
                <a:cubicBezTo>
                  <a:pt x="3580213" y="1313777"/>
                  <a:pt x="3589143" y="1317713"/>
                  <a:pt x="3598168" y="1318866"/>
                </a:cubicBezTo>
                <a:cubicBezTo>
                  <a:pt x="3607577" y="1320018"/>
                  <a:pt x="3617466" y="1318098"/>
                  <a:pt x="3627068" y="1317041"/>
                </a:cubicBezTo>
                <a:cubicBezTo>
                  <a:pt x="3632733" y="1316466"/>
                  <a:pt x="3639262" y="1316561"/>
                  <a:pt x="3643775" y="1313777"/>
                </a:cubicBezTo>
                <a:cubicBezTo>
                  <a:pt x="3658081" y="1305039"/>
                  <a:pt x="3671907" y="1295631"/>
                  <a:pt x="3685254" y="1285452"/>
                </a:cubicBezTo>
                <a:cubicBezTo>
                  <a:pt x="3696680" y="1276715"/>
                  <a:pt x="3698984" y="1275467"/>
                  <a:pt x="3708873" y="1286413"/>
                </a:cubicBezTo>
                <a:cubicBezTo>
                  <a:pt x="3719051" y="1297647"/>
                  <a:pt x="3731725" y="1303503"/>
                  <a:pt x="3745743" y="1305903"/>
                </a:cubicBezTo>
                <a:cubicBezTo>
                  <a:pt x="3767922" y="1309648"/>
                  <a:pt x="3790294" y="1312816"/>
                  <a:pt x="3812665" y="1314641"/>
                </a:cubicBezTo>
                <a:cubicBezTo>
                  <a:pt x="3832924" y="1316273"/>
                  <a:pt x="3842622" y="1307440"/>
                  <a:pt x="3846655" y="1287373"/>
                </a:cubicBezTo>
                <a:cubicBezTo>
                  <a:pt x="3848959" y="1276235"/>
                  <a:pt x="3851936" y="1264137"/>
                  <a:pt x="3864225" y="1261161"/>
                </a:cubicBezTo>
                <a:cubicBezTo>
                  <a:pt x="3884293" y="1256360"/>
                  <a:pt x="3905128" y="1254248"/>
                  <a:pt x="3915018" y="1230724"/>
                </a:cubicBezTo>
                <a:cubicBezTo>
                  <a:pt x="3920490" y="1235909"/>
                  <a:pt x="3923851" y="1238981"/>
                  <a:pt x="3927116" y="1242054"/>
                </a:cubicBezTo>
                <a:cubicBezTo>
                  <a:pt x="3936141" y="1250599"/>
                  <a:pt x="3954863" y="1254248"/>
                  <a:pt x="3964370" y="1246855"/>
                </a:cubicBezTo>
                <a:cubicBezTo>
                  <a:pt x="3978388" y="1236101"/>
                  <a:pt x="3991254" y="1238117"/>
                  <a:pt x="4004696" y="1246471"/>
                </a:cubicBezTo>
                <a:cubicBezTo>
                  <a:pt x="4027164" y="1260297"/>
                  <a:pt x="4052223" y="1257128"/>
                  <a:pt x="4074978" y="1251559"/>
                </a:cubicBezTo>
                <a:cubicBezTo>
                  <a:pt x="4092166" y="1247430"/>
                  <a:pt x="4110505" y="1239845"/>
                  <a:pt x="4121738" y="1222466"/>
                </a:cubicBezTo>
                <a:cubicBezTo>
                  <a:pt x="4125290" y="1216898"/>
                  <a:pt x="4133260" y="1214113"/>
                  <a:pt x="4139598" y="1210465"/>
                </a:cubicBezTo>
                <a:cubicBezTo>
                  <a:pt x="4144878" y="1207488"/>
                  <a:pt x="4150447" y="1204704"/>
                  <a:pt x="4156304" y="1202784"/>
                </a:cubicBezTo>
                <a:cubicBezTo>
                  <a:pt x="4162544" y="1200671"/>
                  <a:pt x="4169458" y="1197598"/>
                  <a:pt x="4175604" y="1198463"/>
                </a:cubicBezTo>
                <a:cubicBezTo>
                  <a:pt x="4194230" y="1200959"/>
                  <a:pt x="4209016" y="1196062"/>
                  <a:pt x="4222170" y="1182140"/>
                </a:cubicBezTo>
                <a:cubicBezTo>
                  <a:pt x="4228988" y="1174939"/>
                  <a:pt x="4239069" y="1166202"/>
                  <a:pt x="4247710" y="1166105"/>
                </a:cubicBezTo>
                <a:cubicBezTo>
                  <a:pt x="4268738" y="1165818"/>
                  <a:pt x="4286212" y="1158905"/>
                  <a:pt x="4305128" y="1150647"/>
                </a:cubicBezTo>
                <a:cubicBezTo>
                  <a:pt x="4317321" y="1145366"/>
                  <a:pt x="4331147" y="1141718"/>
                  <a:pt x="4344206" y="1136821"/>
                </a:cubicBezTo>
                <a:cubicBezTo>
                  <a:pt x="4359472" y="1131060"/>
                  <a:pt x="4376083" y="1128948"/>
                  <a:pt x="4385396" y="1113009"/>
                </a:cubicBezTo>
                <a:cubicBezTo>
                  <a:pt x="4386452" y="1111281"/>
                  <a:pt x="4389621" y="1110993"/>
                  <a:pt x="4391157" y="1109361"/>
                </a:cubicBezTo>
                <a:cubicBezTo>
                  <a:pt x="4396054" y="1104368"/>
                  <a:pt x="4402391" y="1099760"/>
                  <a:pt x="4404984" y="1093710"/>
                </a:cubicBezTo>
                <a:cubicBezTo>
                  <a:pt x="4412472" y="1076044"/>
                  <a:pt x="4418329" y="1057800"/>
                  <a:pt x="4425050" y="1039846"/>
                </a:cubicBezTo>
                <a:cubicBezTo>
                  <a:pt x="4426491" y="1036005"/>
                  <a:pt x="4427834" y="1031108"/>
                  <a:pt x="4430812" y="1028900"/>
                </a:cubicBezTo>
                <a:cubicBezTo>
                  <a:pt x="4447998" y="1016226"/>
                  <a:pt x="4465474" y="1004032"/>
                  <a:pt x="4483140" y="992030"/>
                </a:cubicBezTo>
                <a:cubicBezTo>
                  <a:pt x="4490245" y="987229"/>
                  <a:pt x="4496198" y="989918"/>
                  <a:pt x="4502535" y="995487"/>
                </a:cubicBezTo>
                <a:cubicBezTo>
                  <a:pt x="4508680" y="1000768"/>
                  <a:pt x="4516266" y="1006240"/>
                  <a:pt x="4523946" y="1007585"/>
                </a:cubicBezTo>
                <a:cubicBezTo>
                  <a:pt x="4539309" y="1010177"/>
                  <a:pt x="4555247" y="1010753"/>
                  <a:pt x="4570898" y="1010753"/>
                </a:cubicBezTo>
                <a:cubicBezTo>
                  <a:pt x="4576754" y="1010753"/>
                  <a:pt x="4582995" y="1007297"/>
                  <a:pt x="4588468" y="1004513"/>
                </a:cubicBezTo>
                <a:cubicBezTo>
                  <a:pt x="4598838" y="999231"/>
                  <a:pt x="4608439" y="992126"/>
                  <a:pt x="4619192" y="987710"/>
                </a:cubicBezTo>
                <a:cubicBezTo>
                  <a:pt x="4631675" y="982621"/>
                  <a:pt x="4639164" y="974459"/>
                  <a:pt x="4642908" y="961689"/>
                </a:cubicBezTo>
                <a:cubicBezTo>
                  <a:pt x="4648478" y="942679"/>
                  <a:pt x="4661728" y="929428"/>
                  <a:pt x="4677378" y="918674"/>
                </a:cubicBezTo>
                <a:cubicBezTo>
                  <a:pt x="4697254" y="904944"/>
                  <a:pt x="4720970" y="905616"/>
                  <a:pt x="4743532" y="902256"/>
                </a:cubicBezTo>
                <a:cubicBezTo>
                  <a:pt x="4752174" y="901008"/>
                  <a:pt x="4761104" y="899951"/>
                  <a:pt x="4768977" y="896783"/>
                </a:cubicBezTo>
                <a:cubicBezTo>
                  <a:pt x="4798837" y="884877"/>
                  <a:pt x="4828698" y="873548"/>
                  <a:pt x="4861536" y="873835"/>
                </a:cubicBezTo>
                <a:cubicBezTo>
                  <a:pt x="4864223" y="873835"/>
                  <a:pt x="4866912" y="873548"/>
                  <a:pt x="4869600" y="873067"/>
                </a:cubicBezTo>
                <a:cubicBezTo>
                  <a:pt x="4892932" y="869131"/>
                  <a:pt x="4917032" y="867594"/>
                  <a:pt x="4933738" y="846664"/>
                </a:cubicBezTo>
                <a:cubicBezTo>
                  <a:pt x="4936810" y="842823"/>
                  <a:pt x="4943820" y="841671"/>
                  <a:pt x="4949196" y="840134"/>
                </a:cubicBezTo>
                <a:cubicBezTo>
                  <a:pt x="4958510" y="837638"/>
                  <a:pt x="4964752" y="832549"/>
                  <a:pt x="4968112" y="823427"/>
                </a:cubicBezTo>
                <a:cubicBezTo>
                  <a:pt x="4973778" y="807681"/>
                  <a:pt x="4980498" y="792223"/>
                  <a:pt x="4985588" y="776284"/>
                </a:cubicBezTo>
                <a:cubicBezTo>
                  <a:pt x="4989140" y="765338"/>
                  <a:pt x="4995764" y="759289"/>
                  <a:pt x="5006038" y="754776"/>
                </a:cubicBezTo>
                <a:cubicBezTo>
                  <a:pt x="5011800" y="752280"/>
                  <a:pt x="5016792" y="746808"/>
                  <a:pt x="5020921" y="741718"/>
                </a:cubicBezTo>
                <a:cubicBezTo>
                  <a:pt x="5025914" y="735573"/>
                  <a:pt x="5028506" y="727412"/>
                  <a:pt x="5033978" y="721940"/>
                </a:cubicBezTo>
                <a:cubicBezTo>
                  <a:pt x="5047324" y="708305"/>
                  <a:pt x="5051454" y="693231"/>
                  <a:pt x="5047036" y="674604"/>
                </a:cubicBezTo>
                <a:cubicBezTo>
                  <a:pt x="5043100" y="658090"/>
                  <a:pt x="5053470" y="636006"/>
                  <a:pt x="5067104" y="632645"/>
                </a:cubicBezTo>
                <a:cubicBezTo>
                  <a:pt x="5082178" y="628900"/>
                  <a:pt x="5092548" y="619684"/>
                  <a:pt x="5103206" y="609410"/>
                </a:cubicBezTo>
                <a:cubicBezTo>
                  <a:pt x="5109158" y="603649"/>
                  <a:pt x="5117512" y="598656"/>
                  <a:pt x="5125577" y="597216"/>
                </a:cubicBezTo>
                <a:cubicBezTo>
                  <a:pt x="5156206" y="591647"/>
                  <a:pt x="5185106" y="598464"/>
                  <a:pt x="5214200" y="609506"/>
                </a:cubicBezTo>
                <a:cubicBezTo>
                  <a:pt x="5233210" y="616707"/>
                  <a:pt x="5254333" y="618627"/>
                  <a:pt x="5274688" y="621507"/>
                </a:cubicBezTo>
                <a:cubicBezTo>
                  <a:pt x="5281026" y="622371"/>
                  <a:pt x="5289091" y="620452"/>
                  <a:pt x="5294564" y="616899"/>
                </a:cubicBezTo>
                <a:cubicBezTo>
                  <a:pt x="5313767" y="604609"/>
                  <a:pt x="5332874" y="591935"/>
                  <a:pt x="5350732" y="577724"/>
                </a:cubicBezTo>
                <a:cubicBezTo>
                  <a:pt x="5367344" y="564379"/>
                  <a:pt x="5386066" y="558810"/>
                  <a:pt x="5406230" y="560250"/>
                </a:cubicBezTo>
                <a:cubicBezTo>
                  <a:pt x="5420920" y="561306"/>
                  <a:pt x="5434170" y="558905"/>
                  <a:pt x="5447996" y="555257"/>
                </a:cubicBezTo>
                <a:cubicBezTo>
                  <a:pt x="5459518" y="552185"/>
                  <a:pt x="5472192" y="550072"/>
                  <a:pt x="5483904" y="551417"/>
                </a:cubicBezTo>
                <a:cubicBezTo>
                  <a:pt x="5500324" y="553337"/>
                  <a:pt x="5513862" y="550553"/>
                  <a:pt x="5527016" y="540663"/>
                </a:cubicBezTo>
                <a:cubicBezTo>
                  <a:pt x="5534025" y="535382"/>
                  <a:pt x="5543051" y="532598"/>
                  <a:pt x="5551404" y="528949"/>
                </a:cubicBezTo>
                <a:cubicBezTo>
                  <a:pt x="5564270" y="523284"/>
                  <a:pt x="5577616" y="518483"/>
                  <a:pt x="5590194" y="512147"/>
                </a:cubicBezTo>
                <a:cubicBezTo>
                  <a:pt x="5603732" y="505425"/>
                  <a:pt x="5616118" y="496112"/>
                  <a:pt x="5629944" y="490351"/>
                </a:cubicBezTo>
                <a:cubicBezTo>
                  <a:pt x="5644827" y="484110"/>
                  <a:pt x="5654428" y="474605"/>
                  <a:pt x="5660477" y="459818"/>
                </a:cubicBezTo>
                <a:cubicBezTo>
                  <a:pt x="5664318" y="450504"/>
                  <a:pt x="5669598" y="440615"/>
                  <a:pt x="5676896" y="434086"/>
                </a:cubicBezTo>
                <a:cubicBezTo>
                  <a:pt x="5691971" y="420740"/>
                  <a:pt x="5709636" y="410370"/>
                  <a:pt x="5725000" y="397216"/>
                </a:cubicBezTo>
                <a:cubicBezTo>
                  <a:pt x="5746603" y="378781"/>
                  <a:pt x="5766574" y="359194"/>
                  <a:pt x="5768494" y="327701"/>
                </a:cubicBezTo>
                <a:cubicBezTo>
                  <a:pt x="5769550" y="310322"/>
                  <a:pt x="5778768" y="302929"/>
                  <a:pt x="5795763" y="298801"/>
                </a:cubicBezTo>
                <a:cubicBezTo>
                  <a:pt x="5801427" y="297457"/>
                  <a:pt x="5809494" y="294864"/>
                  <a:pt x="5811221" y="290639"/>
                </a:cubicBezTo>
                <a:cubicBezTo>
                  <a:pt x="5816406" y="278061"/>
                  <a:pt x="5827159" y="275565"/>
                  <a:pt x="5837528" y="270573"/>
                </a:cubicBezTo>
                <a:cubicBezTo>
                  <a:pt x="5843770" y="267596"/>
                  <a:pt x="5851452" y="261739"/>
                  <a:pt x="5853084" y="255690"/>
                </a:cubicBezTo>
                <a:cubicBezTo>
                  <a:pt x="5859804" y="231206"/>
                  <a:pt x="5878239" y="216804"/>
                  <a:pt x="5895618" y="200961"/>
                </a:cubicBezTo>
                <a:cubicBezTo>
                  <a:pt x="5900707" y="196256"/>
                  <a:pt x="5906180" y="190879"/>
                  <a:pt x="5908676" y="184735"/>
                </a:cubicBezTo>
                <a:cubicBezTo>
                  <a:pt x="5913958" y="171484"/>
                  <a:pt x="5921830" y="161882"/>
                  <a:pt x="5935657" y="156891"/>
                </a:cubicBezTo>
                <a:cubicBezTo>
                  <a:pt x="5940073" y="155354"/>
                  <a:pt x="5944106" y="151801"/>
                  <a:pt x="5947467" y="148441"/>
                </a:cubicBezTo>
                <a:cubicBezTo>
                  <a:pt x="5954668" y="141144"/>
                  <a:pt x="5960716" y="132598"/>
                  <a:pt x="5968302" y="125782"/>
                </a:cubicBezTo>
                <a:cubicBezTo>
                  <a:pt x="5987600" y="108211"/>
                  <a:pt x="6006708" y="90928"/>
                  <a:pt x="6017942" y="66348"/>
                </a:cubicBezTo>
                <a:cubicBezTo>
                  <a:pt x="6023414" y="54346"/>
                  <a:pt x="6029656" y="41288"/>
                  <a:pt x="6039258" y="33030"/>
                </a:cubicBezTo>
                <a:cubicBezTo>
                  <a:pt x="6051452" y="22565"/>
                  <a:pt x="6067486" y="16612"/>
                  <a:pt x="6081792" y="8451"/>
                </a:cubicBezTo>
                <a:lnTo>
                  <a:pt x="6095524" y="0"/>
                </a:lnTo>
                <a:close/>
              </a:path>
            </a:pathLst>
          </a:custGeom>
          <a:blipFill dpi="0" rotWithShape="1">
            <a:blip r:embed="rId3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31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CA8398-ECDD-E446-0AC7-DF17B2ADE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1" y="1163594"/>
            <a:ext cx="6095999" cy="1624055"/>
          </a:xfrm>
        </p:spPr>
        <p:txBody>
          <a:bodyPr anchor="b">
            <a:normAutofit/>
          </a:bodyPr>
          <a:lstStyle/>
          <a:p>
            <a:r>
              <a:rPr lang="en-US" dirty="0"/>
              <a:t>Question asked: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1C4B170-8F1E-993B-A371-738B2A61A3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21"/>
          <a:stretch/>
        </p:blipFill>
        <p:spPr>
          <a:xfrm>
            <a:off x="20" y="10"/>
            <a:ext cx="4571982" cy="6857992"/>
          </a:xfrm>
          <a:custGeom>
            <a:avLst/>
            <a:gdLst/>
            <a:ahLst/>
            <a:cxnLst/>
            <a:rect l="l" t="t" r="r" b="b"/>
            <a:pathLst>
              <a:path w="4572002" h="6858002">
                <a:moveTo>
                  <a:pt x="4295315" y="6438981"/>
                </a:moveTo>
                <a:lnTo>
                  <a:pt x="4275384" y="6463840"/>
                </a:lnTo>
                <a:lnTo>
                  <a:pt x="4275382" y="6463849"/>
                </a:lnTo>
                <a:lnTo>
                  <a:pt x="4261587" y="6513012"/>
                </a:lnTo>
                <a:lnTo>
                  <a:pt x="4242781" y="6546194"/>
                </a:lnTo>
                <a:lnTo>
                  <a:pt x="4242781" y="6546195"/>
                </a:lnTo>
                <a:lnTo>
                  <a:pt x="4259119" y="6521804"/>
                </a:lnTo>
                <a:lnTo>
                  <a:pt x="4261587" y="6513012"/>
                </a:lnTo>
                <a:lnTo>
                  <a:pt x="4264397" y="6508052"/>
                </a:lnTo>
                <a:lnTo>
                  <a:pt x="4275382" y="6463849"/>
                </a:lnTo>
                <a:lnTo>
                  <a:pt x="4275384" y="6463841"/>
                </a:lnTo>
                <a:cubicBezTo>
                  <a:pt x="4278336" y="6451650"/>
                  <a:pt x="4285813" y="6444077"/>
                  <a:pt x="4295315" y="6438981"/>
                </a:cubicBezTo>
                <a:close/>
                <a:moveTo>
                  <a:pt x="4211111" y="2836172"/>
                </a:moveTo>
                <a:lnTo>
                  <a:pt x="4202420" y="2848793"/>
                </a:lnTo>
                <a:cubicBezTo>
                  <a:pt x="4192420" y="2881226"/>
                  <a:pt x="4178988" y="2913982"/>
                  <a:pt x="4177881" y="2947862"/>
                </a:cubicBezTo>
                <a:lnTo>
                  <a:pt x="4177881" y="2947863"/>
                </a:lnTo>
                <a:lnTo>
                  <a:pt x="4177881" y="2947863"/>
                </a:lnTo>
                <a:cubicBezTo>
                  <a:pt x="4177512" y="2959157"/>
                  <a:pt x="4178512" y="2970576"/>
                  <a:pt x="4181465" y="2982149"/>
                </a:cubicBezTo>
                <a:lnTo>
                  <a:pt x="4193158" y="3077402"/>
                </a:lnTo>
                <a:lnTo>
                  <a:pt x="4180703" y="3172654"/>
                </a:lnTo>
                <a:cubicBezTo>
                  <a:pt x="4154794" y="3276480"/>
                  <a:pt x="4127362" y="3380305"/>
                  <a:pt x="4133076" y="3489467"/>
                </a:cubicBezTo>
                <a:cubicBezTo>
                  <a:pt x="4134028" y="3507563"/>
                  <a:pt x="4122407" y="3529090"/>
                  <a:pt x="4110977" y="3544713"/>
                </a:cubicBezTo>
                <a:cubicBezTo>
                  <a:pt x="4100119" y="3559668"/>
                  <a:pt x="4094260" y="3566811"/>
                  <a:pt x="4093355" y="3574408"/>
                </a:cubicBezTo>
                <a:lnTo>
                  <a:pt x="4093356" y="3574408"/>
                </a:lnTo>
                <a:lnTo>
                  <a:pt x="4093355" y="3574409"/>
                </a:lnTo>
                <a:cubicBezTo>
                  <a:pt x="4092450" y="3582005"/>
                  <a:pt x="4096499" y="3590054"/>
                  <a:pt x="4105453" y="3606818"/>
                </a:cubicBezTo>
                <a:cubicBezTo>
                  <a:pt x="4109835" y="3614820"/>
                  <a:pt x="4112501" y="3624726"/>
                  <a:pt x="4118979" y="3630633"/>
                </a:cubicBezTo>
                <a:cubicBezTo>
                  <a:pt x="4127218" y="3638158"/>
                  <a:pt x="4132898" y="3646123"/>
                  <a:pt x="4136708" y="3654416"/>
                </a:cubicBezTo>
                <a:lnTo>
                  <a:pt x="4143220" y="3680164"/>
                </a:lnTo>
                <a:lnTo>
                  <a:pt x="4139172" y="3734837"/>
                </a:lnTo>
                <a:lnTo>
                  <a:pt x="4139172" y="3734838"/>
                </a:lnTo>
                <a:lnTo>
                  <a:pt x="4139172" y="3734838"/>
                </a:lnTo>
                <a:cubicBezTo>
                  <a:pt x="4138220" y="3741316"/>
                  <a:pt x="4136886" y="3749126"/>
                  <a:pt x="4139554" y="3754653"/>
                </a:cubicBezTo>
                <a:lnTo>
                  <a:pt x="4145911" y="3789776"/>
                </a:lnTo>
                <a:lnTo>
                  <a:pt x="4130980" y="3822472"/>
                </a:lnTo>
                <a:cubicBezTo>
                  <a:pt x="4123932" y="3831902"/>
                  <a:pt x="4118312" y="3842046"/>
                  <a:pt x="4116645" y="3852619"/>
                </a:cubicBezTo>
                <a:lnTo>
                  <a:pt x="4116645" y="3852620"/>
                </a:lnTo>
                <a:lnTo>
                  <a:pt x="4116645" y="3852620"/>
                </a:lnTo>
                <a:cubicBezTo>
                  <a:pt x="4114978" y="3863193"/>
                  <a:pt x="4117265" y="3874195"/>
                  <a:pt x="4126028" y="3885339"/>
                </a:cubicBezTo>
                <a:cubicBezTo>
                  <a:pt x="4135744" y="3897722"/>
                  <a:pt x="4143150" y="3910319"/>
                  <a:pt x="4148409" y="3923125"/>
                </a:cubicBezTo>
                <a:lnTo>
                  <a:pt x="4157913" y="3962160"/>
                </a:lnTo>
                <a:lnTo>
                  <a:pt x="4155523" y="4002410"/>
                </a:lnTo>
                <a:cubicBezTo>
                  <a:pt x="4152853" y="4016025"/>
                  <a:pt x="4148364" y="4029837"/>
                  <a:pt x="4142220" y="4043839"/>
                </a:cubicBezTo>
                <a:cubicBezTo>
                  <a:pt x="4133457" y="4063842"/>
                  <a:pt x="4128075" y="4083702"/>
                  <a:pt x="4127099" y="4103825"/>
                </a:cubicBezTo>
                <a:lnTo>
                  <a:pt x="4127099" y="4103826"/>
                </a:lnTo>
                <a:lnTo>
                  <a:pt x="4127099" y="4103826"/>
                </a:lnTo>
                <a:cubicBezTo>
                  <a:pt x="4126122" y="4123948"/>
                  <a:pt x="4129552" y="4144333"/>
                  <a:pt x="4138410" y="4165384"/>
                </a:cubicBezTo>
                <a:lnTo>
                  <a:pt x="4142315" y="4192388"/>
                </a:lnTo>
                <a:lnTo>
                  <a:pt x="4142220" y="4221391"/>
                </a:lnTo>
                <a:lnTo>
                  <a:pt x="4142220" y="4221391"/>
                </a:lnTo>
                <a:lnTo>
                  <a:pt x="4142220" y="4221392"/>
                </a:lnTo>
                <a:cubicBezTo>
                  <a:pt x="4142982" y="4232061"/>
                  <a:pt x="4143172" y="4243873"/>
                  <a:pt x="4147936" y="4253015"/>
                </a:cubicBezTo>
                <a:cubicBezTo>
                  <a:pt x="4160129" y="4277402"/>
                  <a:pt x="4175749" y="4300071"/>
                  <a:pt x="4187752" y="4324646"/>
                </a:cubicBezTo>
                <a:lnTo>
                  <a:pt x="4196706" y="4363891"/>
                </a:lnTo>
                <a:lnTo>
                  <a:pt x="4195944" y="4482004"/>
                </a:lnTo>
                <a:cubicBezTo>
                  <a:pt x="4193276" y="4546776"/>
                  <a:pt x="4192704" y="4612500"/>
                  <a:pt x="4135934" y="4659174"/>
                </a:cubicBezTo>
                <a:cubicBezTo>
                  <a:pt x="4131362" y="4662986"/>
                  <a:pt x="4128694" y="4671176"/>
                  <a:pt x="4127932" y="4677655"/>
                </a:cubicBezTo>
                <a:cubicBezTo>
                  <a:pt x="4124313" y="4707564"/>
                  <a:pt x="4123931" y="4738235"/>
                  <a:pt x="4118025" y="4767764"/>
                </a:cubicBezTo>
                <a:cubicBezTo>
                  <a:pt x="4115644" y="4779575"/>
                  <a:pt x="4114835" y="4790386"/>
                  <a:pt x="4116716" y="4800483"/>
                </a:cubicBezTo>
                <a:lnTo>
                  <a:pt x="4116716" y="4800483"/>
                </a:lnTo>
                <a:lnTo>
                  <a:pt x="4116716" y="4800484"/>
                </a:lnTo>
                <a:cubicBezTo>
                  <a:pt x="4118597" y="4810581"/>
                  <a:pt x="4123170" y="4819964"/>
                  <a:pt x="4131552" y="4828917"/>
                </a:cubicBezTo>
                <a:cubicBezTo>
                  <a:pt x="4142601" y="4840633"/>
                  <a:pt x="4151364" y="4853636"/>
                  <a:pt x="4156484" y="4867614"/>
                </a:cubicBezTo>
                <a:lnTo>
                  <a:pt x="4161262" y="4889275"/>
                </a:lnTo>
                <a:lnTo>
                  <a:pt x="4159557" y="4912168"/>
                </a:lnTo>
                <a:cubicBezTo>
                  <a:pt x="4157842" y="4919978"/>
                  <a:pt x="4157485" y="4927122"/>
                  <a:pt x="4158155" y="4933805"/>
                </a:cubicBezTo>
                <a:lnTo>
                  <a:pt x="4158155" y="4933805"/>
                </a:lnTo>
                <a:lnTo>
                  <a:pt x="4158155" y="4933806"/>
                </a:lnTo>
                <a:cubicBezTo>
                  <a:pt x="4160163" y="4953853"/>
                  <a:pt x="4171415" y="4969748"/>
                  <a:pt x="4182989" y="4987038"/>
                </a:cubicBezTo>
                <a:cubicBezTo>
                  <a:pt x="4194228" y="5003802"/>
                  <a:pt x="4208326" y="5022853"/>
                  <a:pt x="4209468" y="5041522"/>
                </a:cubicBezTo>
                <a:cubicBezTo>
                  <a:pt x="4210706" y="5062669"/>
                  <a:pt x="4221137" y="5082339"/>
                  <a:pt x="4228472" y="5102461"/>
                </a:cubicBezTo>
                <a:lnTo>
                  <a:pt x="4235616" y="5133225"/>
                </a:lnTo>
                <a:lnTo>
                  <a:pt x="4228901" y="5166113"/>
                </a:lnTo>
                <a:lnTo>
                  <a:pt x="4228901" y="5166114"/>
                </a:lnTo>
                <a:lnTo>
                  <a:pt x="4228901" y="5166114"/>
                </a:lnTo>
                <a:cubicBezTo>
                  <a:pt x="4228139" y="5167638"/>
                  <a:pt x="4228711" y="5169781"/>
                  <a:pt x="4229592" y="5172091"/>
                </a:cubicBezTo>
                <a:lnTo>
                  <a:pt x="4232139" y="5179068"/>
                </a:lnTo>
                <a:lnTo>
                  <a:pt x="4231973" y="5229433"/>
                </a:lnTo>
                <a:cubicBezTo>
                  <a:pt x="4228139" y="5245269"/>
                  <a:pt x="4220423" y="5259937"/>
                  <a:pt x="4208516" y="5272796"/>
                </a:cubicBezTo>
                <a:cubicBezTo>
                  <a:pt x="4185226" y="5298086"/>
                  <a:pt x="4177689" y="5325412"/>
                  <a:pt x="4179637" y="5355014"/>
                </a:cubicBezTo>
                <a:lnTo>
                  <a:pt x="4179637" y="5355014"/>
                </a:lnTo>
                <a:lnTo>
                  <a:pt x="4179637" y="5355015"/>
                </a:lnTo>
                <a:cubicBezTo>
                  <a:pt x="4180286" y="5364883"/>
                  <a:pt x="4181989" y="5375003"/>
                  <a:pt x="4184513" y="5385385"/>
                </a:cubicBezTo>
                <a:cubicBezTo>
                  <a:pt x="4187752" y="5398722"/>
                  <a:pt x="4190038" y="5412058"/>
                  <a:pt x="4192704" y="5425583"/>
                </a:cubicBezTo>
                <a:cubicBezTo>
                  <a:pt x="4196514" y="5443871"/>
                  <a:pt x="4200516" y="5462352"/>
                  <a:pt x="4204326" y="5480638"/>
                </a:cubicBezTo>
                <a:lnTo>
                  <a:pt x="4208850" y="5507668"/>
                </a:lnTo>
                <a:lnTo>
                  <a:pt x="4206630" y="5520422"/>
                </a:lnTo>
                <a:cubicBezTo>
                  <a:pt x="4204993" y="5524467"/>
                  <a:pt x="4202326" y="5528265"/>
                  <a:pt x="4198230" y="5531693"/>
                </a:cubicBezTo>
                <a:cubicBezTo>
                  <a:pt x="4191181" y="5537600"/>
                  <a:pt x="4187989" y="5542649"/>
                  <a:pt x="4188085" y="5547578"/>
                </a:cubicBezTo>
                <a:lnTo>
                  <a:pt x="4188085" y="5547578"/>
                </a:lnTo>
                <a:lnTo>
                  <a:pt x="4188085" y="5547579"/>
                </a:lnTo>
                <a:cubicBezTo>
                  <a:pt x="4188180" y="5552508"/>
                  <a:pt x="4191562" y="5557318"/>
                  <a:pt x="4197658" y="5562747"/>
                </a:cubicBezTo>
                <a:cubicBezTo>
                  <a:pt x="4240331" y="5600468"/>
                  <a:pt x="4267002" y="5646190"/>
                  <a:pt x="4268906" y="5704484"/>
                </a:cubicBezTo>
                <a:cubicBezTo>
                  <a:pt x="4269288" y="5716486"/>
                  <a:pt x="4271954" y="5728679"/>
                  <a:pt x="4274812" y="5740489"/>
                </a:cubicBezTo>
                <a:cubicBezTo>
                  <a:pt x="4276527" y="5747729"/>
                  <a:pt x="4278433" y="5756494"/>
                  <a:pt x="4283577" y="5760874"/>
                </a:cubicBezTo>
                <a:cubicBezTo>
                  <a:pt x="4322820" y="5794975"/>
                  <a:pt x="4350063" y="5837458"/>
                  <a:pt x="4371972" y="5883752"/>
                </a:cubicBezTo>
                <a:cubicBezTo>
                  <a:pt x="4375877" y="5892038"/>
                  <a:pt x="4379782" y="5900611"/>
                  <a:pt x="4382997" y="5909351"/>
                </a:cubicBezTo>
                <a:lnTo>
                  <a:pt x="4389878" y="5935950"/>
                </a:lnTo>
                <a:lnTo>
                  <a:pt x="4389711" y="5964477"/>
                </a:lnTo>
                <a:cubicBezTo>
                  <a:pt x="4388783" y="5974097"/>
                  <a:pt x="4387306" y="5983766"/>
                  <a:pt x="4386258" y="5993291"/>
                </a:cubicBezTo>
                <a:cubicBezTo>
                  <a:pt x="4385116" y="6004531"/>
                  <a:pt x="4385306" y="6017485"/>
                  <a:pt x="4379782" y="6026440"/>
                </a:cubicBezTo>
                <a:cubicBezTo>
                  <a:pt x="4362445" y="6054825"/>
                  <a:pt x="4343777" y="6082258"/>
                  <a:pt x="4323582" y="6108738"/>
                </a:cubicBezTo>
                <a:cubicBezTo>
                  <a:pt x="4314914" y="6120074"/>
                  <a:pt x="4309961" y="6126884"/>
                  <a:pt x="4309890" y="6133314"/>
                </a:cubicBezTo>
                <a:lnTo>
                  <a:pt x="4309890" y="6133315"/>
                </a:lnTo>
                <a:lnTo>
                  <a:pt x="4309890" y="6133315"/>
                </a:lnTo>
                <a:cubicBezTo>
                  <a:pt x="4309818" y="6139745"/>
                  <a:pt x="4314629" y="6145793"/>
                  <a:pt x="4325488" y="6155603"/>
                </a:cubicBezTo>
                <a:cubicBezTo>
                  <a:pt x="4347777" y="6175798"/>
                  <a:pt x="4359397" y="6200945"/>
                  <a:pt x="4364159" y="6228757"/>
                </a:cubicBezTo>
                <a:lnTo>
                  <a:pt x="4381496" y="6361540"/>
                </a:lnTo>
                <a:lnTo>
                  <a:pt x="4381314" y="6364769"/>
                </a:lnTo>
                <a:lnTo>
                  <a:pt x="4380007" y="6387910"/>
                </a:lnTo>
                <a:lnTo>
                  <a:pt x="4377352" y="6393385"/>
                </a:lnTo>
                <a:lnTo>
                  <a:pt x="4370589" y="6407332"/>
                </a:lnTo>
                <a:lnTo>
                  <a:pt x="4370589" y="6407333"/>
                </a:lnTo>
                <a:lnTo>
                  <a:pt x="4377352" y="6393385"/>
                </a:lnTo>
                <a:lnTo>
                  <a:pt x="4380008" y="6387910"/>
                </a:lnTo>
                <a:lnTo>
                  <a:pt x="4381314" y="6364769"/>
                </a:lnTo>
                <a:lnTo>
                  <a:pt x="4381496" y="6361540"/>
                </a:lnTo>
                <a:lnTo>
                  <a:pt x="4381496" y="6361540"/>
                </a:lnTo>
                <a:lnTo>
                  <a:pt x="4381496" y="6361539"/>
                </a:lnTo>
                <a:cubicBezTo>
                  <a:pt x="4377876" y="6317151"/>
                  <a:pt x="4371590" y="6272764"/>
                  <a:pt x="4364159" y="6228756"/>
                </a:cubicBezTo>
                <a:cubicBezTo>
                  <a:pt x="4359397" y="6200944"/>
                  <a:pt x="4347777" y="6175797"/>
                  <a:pt x="4325488" y="6155602"/>
                </a:cubicBezTo>
                <a:cubicBezTo>
                  <a:pt x="4320059" y="6150697"/>
                  <a:pt x="4316141" y="6146732"/>
                  <a:pt x="4313590" y="6143190"/>
                </a:cubicBezTo>
                <a:lnTo>
                  <a:pt x="4309890" y="6133315"/>
                </a:lnTo>
                <a:lnTo>
                  <a:pt x="4323582" y="6108739"/>
                </a:lnTo>
                <a:cubicBezTo>
                  <a:pt x="4343777" y="6082259"/>
                  <a:pt x="4362445" y="6054826"/>
                  <a:pt x="4379782" y="6026441"/>
                </a:cubicBezTo>
                <a:cubicBezTo>
                  <a:pt x="4385306" y="6017486"/>
                  <a:pt x="4385116" y="6004532"/>
                  <a:pt x="4386258" y="5993292"/>
                </a:cubicBezTo>
                <a:cubicBezTo>
                  <a:pt x="4388354" y="5974241"/>
                  <a:pt x="4392164" y="5954618"/>
                  <a:pt x="4389878" y="5935950"/>
                </a:cubicBezTo>
                <a:lnTo>
                  <a:pt x="4389878" y="5935950"/>
                </a:lnTo>
                <a:lnTo>
                  <a:pt x="4389878" y="5935949"/>
                </a:lnTo>
                <a:cubicBezTo>
                  <a:pt x="4387592" y="5918042"/>
                  <a:pt x="4379782" y="5900323"/>
                  <a:pt x="4371972" y="5883751"/>
                </a:cubicBezTo>
                <a:cubicBezTo>
                  <a:pt x="4350063" y="5837457"/>
                  <a:pt x="4322820" y="5794974"/>
                  <a:pt x="4283577" y="5760873"/>
                </a:cubicBezTo>
                <a:cubicBezTo>
                  <a:pt x="4278433" y="5756493"/>
                  <a:pt x="4276527" y="5747728"/>
                  <a:pt x="4274812" y="5740488"/>
                </a:cubicBezTo>
                <a:cubicBezTo>
                  <a:pt x="4271954" y="5728678"/>
                  <a:pt x="4269288" y="5716485"/>
                  <a:pt x="4268906" y="5704483"/>
                </a:cubicBezTo>
                <a:cubicBezTo>
                  <a:pt x="4267002" y="5646189"/>
                  <a:pt x="4240331" y="5600467"/>
                  <a:pt x="4197658" y="5562746"/>
                </a:cubicBezTo>
                <a:lnTo>
                  <a:pt x="4188085" y="5547578"/>
                </a:lnTo>
                <a:lnTo>
                  <a:pt x="4198230" y="5531694"/>
                </a:lnTo>
                <a:cubicBezTo>
                  <a:pt x="4206421" y="5524837"/>
                  <a:pt x="4208898" y="5516503"/>
                  <a:pt x="4208850" y="5507668"/>
                </a:cubicBezTo>
                <a:lnTo>
                  <a:pt x="4208850" y="5507668"/>
                </a:lnTo>
                <a:lnTo>
                  <a:pt x="4208850" y="5507667"/>
                </a:lnTo>
                <a:cubicBezTo>
                  <a:pt x="4208803" y="5498832"/>
                  <a:pt x="4206231" y="5489497"/>
                  <a:pt x="4204326" y="5480637"/>
                </a:cubicBezTo>
                <a:cubicBezTo>
                  <a:pt x="4200516" y="5462351"/>
                  <a:pt x="4196514" y="5443870"/>
                  <a:pt x="4192704" y="5425582"/>
                </a:cubicBezTo>
                <a:cubicBezTo>
                  <a:pt x="4190038" y="5412057"/>
                  <a:pt x="4187752" y="5398721"/>
                  <a:pt x="4184513" y="5385384"/>
                </a:cubicBezTo>
                <a:lnTo>
                  <a:pt x="4179637" y="5355014"/>
                </a:lnTo>
                <a:lnTo>
                  <a:pt x="4181083" y="5326163"/>
                </a:lnTo>
                <a:cubicBezTo>
                  <a:pt x="4184464" y="5307422"/>
                  <a:pt x="4192990" y="5289657"/>
                  <a:pt x="4208516" y="5272797"/>
                </a:cubicBezTo>
                <a:cubicBezTo>
                  <a:pt x="4232329" y="5247079"/>
                  <a:pt x="4239379" y="5214122"/>
                  <a:pt x="4232139" y="5179068"/>
                </a:cubicBezTo>
                <a:lnTo>
                  <a:pt x="4232139" y="5179068"/>
                </a:lnTo>
                <a:lnTo>
                  <a:pt x="4232139" y="5179067"/>
                </a:lnTo>
                <a:cubicBezTo>
                  <a:pt x="4231663" y="5176876"/>
                  <a:pt x="4230473" y="5174400"/>
                  <a:pt x="4229592" y="5172090"/>
                </a:cubicBezTo>
                <a:lnTo>
                  <a:pt x="4228901" y="5166114"/>
                </a:lnTo>
                <a:lnTo>
                  <a:pt x="4235616" y="5133225"/>
                </a:lnTo>
                <a:lnTo>
                  <a:pt x="4235616" y="5133225"/>
                </a:lnTo>
                <a:lnTo>
                  <a:pt x="4235616" y="5133224"/>
                </a:lnTo>
                <a:cubicBezTo>
                  <a:pt x="4233865" y="5101639"/>
                  <a:pt x="4211325" y="5073241"/>
                  <a:pt x="4209468" y="5041521"/>
                </a:cubicBezTo>
                <a:cubicBezTo>
                  <a:pt x="4208326" y="5022852"/>
                  <a:pt x="4194228" y="5003801"/>
                  <a:pt x="4182989" y="4987037"/>
                </a:cubicBezTo>
                <a:cubicBezTo>
                  <a:pt x="4175273" y="4975511"/>
                  <a:pt x="4167700" y="4964604"/>
                  <a:pt x="4162914" y="4952673"/>
                </a:cubicBezTo>
                <a:lnTo>
                  <a:pt x="4158155" y="4933805"/>
                </a:lnTo>
                <a:lnTo>
                  <a:pt x="4159557" y="4912169"/>
                </a:lnTo>
                <a:cubicBezTo>
                  <a:pt x="4161319" y="4904359"/>
                  <a:pt x="4161831" y="4896714"/>
                  <a:pt x="4161262" y="4889276"/>
                </a:cubicBezTo>
                <a:lnTo>
                  <a:pt x="4161262" y="4889275"/>
                </a:lnTo>
                <a:lnTo>
                  <a:pt x="4161262" y="4889275"/>
                </a:lnTo>
                <a:cubicBezTo>
                  <a:pt x="4159556" y="4866958"/>
                  <a:pt x="4148126" y="4846490"/>
                  <a:pt x="4131552" y="4828916"/>
                </a:cubicBezTo>
                <a:lnTo>
                  <a:pt x="4116716" y="4800483"/>
                </a:lnTo>
                <a:lnTo>
                  <a:pt x="4118025" y="4767765"/>
                </a:lnTo>
                <a:cubicBezTo>
                  <a:pt x="4123931" y="4738236"/>
                  <a:pt x="4124313" y="4707565"/>
                  <a:pt x="4127932" y="4677656"/>
                </a:cubicBezTo>
                <a:cubicBezTo>
                  <a:pt x="4128694" y="4671177"/>
                  <a:pt x="4131362" y="4662987"/>
                  <a:pt x="4135934" y="4659175"/>
                </a:cubicBezTo>
                <a:cubicBezTo>
                  <a:pt x="4192704" y="4612501"/>
                  <a:pt x="4193276" y="4546777"/>
                  <a:pt x="4195944" y="4482005"/>
                </a:cubicBezTo>
                <a:cubicBezTo>
                  <a:pt x="4197658" y="4442762"/>
                  <a:pt x="4197658" y="4403326"/>
                  <a:pt x="4196706" y="4363891"/>
                </a:cubicBezTo>
                <a:lnTo>
                  <a:pt x="4196706" y="4363891"/>
                </a:lnTo>
                <a:lnTo>
                  <a:pt x="4196706" y="4363890"/>
                </a:lnTo>
                <a:cubicBezTo>
                  <a:pt x="4196514" y="4350554"/>
                  <a:pt x="4193466" y="4336457"/>
                  <a:pt x="4187752" y="4324645"/>
                </a:cubicBezTo>
                <a:cubicBezTo>
                  <a:pt x="4175749" y="4300070"/>
                  <a:pt x="4160129" y="4277401"/>
                  <a:pt x="4147936" y="4253014"/>
                </a:cubicBezTo>
                <a:lnTo>
                  <a:pt x="4142220" y="4221391"/>
                </a:lnTo>
                <a:lnTo>
                  <a:pt x="4142315" y="4192388"/>
                </a:lnTo>
                <a:lnTo>
                  <a:pt x="4142315" y="4192388"/>
                </a:lnTo>
                <a:lnTo>
                  <a:pt x="4142315" y="4192387"/>
                </a:lnTo>
                <a:cubicBezTo>
                  <a:pt x="4142411" y="4182767"/>
                  <a:pt x="4141839" y="4173480"/>
                  <a:pt x="4138410" y="4165383"/>
                </a:cubicBezTo>
                <a:cubicBezTo>
                  <a:pt x="4133981" y="4154857"/>
                  <a:pt x="4130909" y="4144498"/>
                  <a:pt x="4129066" y="4134255"/>
                </a:cubicBezTo>
                <a:lnTo>
                  <a:pt x="4127099" y="4103826"/>
                </a:lnTo>
                <a:lnTo>
                  <a:pt x="4142220" y="4043840"/>
                </a:lnTo>
                <a:cubicBezTo>
                  <a:pt x="4154508" y="4015835"/>
                  <a:pt x="4160175" y="3988593"/>
                  <a:pt x="4157913" y="3962160"/>
                </a:cubicBezTo>
                <a:lnTo>
                  <a:pt x="4157913" y="3962160"/>
                </a:lnTo>
                <a:lnTo>
                  <a:pt x="4157913" y="3962159"/>
                </a:lnTo>
                <a:cubicBezTo>
                  <a:pt x="4155651" y="3935727"/>
                  <a:pt x="4145460" y="3910104"/>
                  <a:pt x="4126028" y="3885338"/>
                </a:cubicBezTo>
                <a:cubicBezTo>
                  <a:pt x="4121646" y="3879766"/>
                  <a:pt x="4118884" y="3874229"/>
                  <a:pt x="4117425" y="3868764"/>
                </a:cubicBezTo>
                <a:lnTo>
                  <a:pt x="4116645" y="3852620"/>
                </a:lnTo>
                <a:lnTo>
                  <a:pt x="4130980" y="3822473"/>
                </a:lnTo>
                <a:cubicBezTo>
                  <a:pt x="4139172" y="3811614"/>
                  <a:pt x="4144316" y="3800897"/>
                  <a:pt x="4145911" y="3789777"/>
                </a:cubicBezTo>
                <a:lnTo>
                  <a:pt x="4145911" y="3789776"/>
                </a:lnTo>
                <a:lnTo>
                  <a:pt x="4145911" y="3789776"/>
                </a:lnTo>
                <a:cubicBezTo>
                  <a:pt x="4147507" y="3778655"/>
                  <a:pt x="4145554" y="3767130"/>
                  <a:pt x="4139554" y="3754652"/>
                </a:cubicBezTo>
                <a:lnTo>
                  <a:pt x="4139172" y="3734838"/>
                </a:lnTo>
                <a:lnTo>
                  <a:pt x="4143220" y="3680164"/>
                </a:lnTo>
                <a:lnTo>
                  <a:pt x="4143220" y="3680164"/>
                </a:lnTo>
                <a:lnTo>
                  <a:pt x="4143220" y="3680163"/>
                </a:lnTo>
                <a:cubicBezTo>
                  <a:pt x="4141696" y="3662494"/>
                  <a:pt x="4135458" y="3645682"/>
                  <a:pt x="4118979" y="3630632"/>
                </a:cubicBezTo>
                <a:cubicBezTo>
                  <a:pt x="4112501" y="3624725"/>
                  <a:pt x="4109835" y="3614819"/>
                  <a:pt x="4105453" y="3606817"/>
                </a:cubicBezTo>
                <a:cubicBezTo>
                  <a:pt x="4100976" y="3598435"/>
                  <a:pt x="4097725" y="3592232"/>
                  <a:pt x="4095707" y="3587174"/>
                </a:cubicBezTo>
                <a:lnTo>
                  <a:pt x="4093356" y="3574408"/>
                </a:lnTo>
                <a:lnTo>
                  <a:pt x="4098434" y="3562321"/>
                </a:lnTo>
                <a:cubicBezTo>
                  <a:pt x="4101369" y="3557716"/>
                  <a:pt x="4105548" y="3552191"/>
                  <a:pt x="4110977" y="3544714"/>
                </a:cubicBezTo>
                <a:cubicBezTo>
                  <a:pt x="4122407" y="3529091"/>
                  <a:pt x="4134028" y="3507564"/>
                  <a:pt x="4133076" y="3489468"/>
                </a:cubicBezTo>
                <a:cubicBezTo>
                  <a:pt x="4127362" y="3380306"/>
                  <a:pt x="4154794" y="3276481"/>
                  <a:pt x="4180703" y="3172655"/>
                </a:cubicBezTo>
                <a:cubicBezTo>
                  <a:pt x="4188705" y="3140650"/>
                  <a:pt x="4192943" y="3109026"/>
                  <a:pt x="4193158" y="3077402"/>
                </a:cubicBezTo>
                <a:lnTo>
                  <a:pt x="4193158" y="3077402"/>
                </a:lnTo>
                <a:lnTo>
                  <a:pt x="4193158" y="3077401"/>
                </a:lnTo>
                <a:cubicBezTo>
                  <a:pt x="4193372" y="3045777"/>
                  <a:pt x="4189562" y="3014153"/>
                  <a:pt x="4181465" y="2982148"/>
                </a:cubicBezTo>
                <a:lnTo>
                  <a:pt x="4177881" y="2947863"/>
                </a:lnTo>
                <a:lnTo>
                  <a:pt x="4182513" y="2914328"/>
                </a:lnTo>
                <a:cubicBezTo>
                  <a:pt x="4187561" y="2892182"/>
                  <a:pt x="4195753" y="2870416"/>
                  <a:pt x="4202420" y="2848794"/>
                </a:cubicBezTo>
                <a:cubicBezTo>
                  <a:pt x="4203753" y="2844317"/>
                  <a:pt x="4207039" y="2839983"/>
                  <a:pt x="4211111" y="2836173"/>
                </a:cubicBezTo>
                <a:close/>
                <a:moveTo>
                  <a:pt x="3726625" y="1508458"/>
                </a:moveTo>
                <a:lnTo>
                  <a:pt x="3698531" y="1596214"/>
                </a:lnTo>
                <a:cubicBezTo>
                  <a:pt x="3696054" y="1604979"/>
                  <a:pt x="3697579" y="1615837"/>
                  <a:pt x="3700436" y="1624981"/>
                </a:cubicBezTo>
                <a:cubicBezTo>
                  <a:pt x="3710152" y="1656224"/>
                  <a:pt x="3734537" y="1676037"/>
                  <a:pt x="3757017" y="1697754"/>
                </a:cubicBezTo>
                <a:cubicBezTo>
                  <a:pt x="3766924" y="1707280"/>
                  <a:pt x="3773972" y="1720424"/>
                  <a:pt x="3779686" y="1733189"/>
                </a:cubicBezTo>
                <a:cubicBezTo>
                  <a:pt x="3794357" y="1766336"/>
                  <a:pt x="3807501" y="1800247"/>
                  <a:pt x="3821407" y="1833776"/>
                </a:cubicBezTo>
                <a:cubicBezTo>
                  <a:pt x="3822741" y="1837014"/>
                  <a:pt x="3826170" y="1839680"/>
                  <a:pt x="3829028" y="1842159"/>
                </a:cubicBezTo>
                <a:cubicBezTo>
                  <a:pt x="3859129" y="1866923"/>
                  <a:pt x="3889418" y="1891498"/>
                  <a:pt x="3919519" y="1916455"/>
                </a:cubicBezTo>
                <a:cubicBezTo>
                  <a:pt x="3925233" y="1921217"/>
                  <a:pt x="3929425" y="1928077"/>
                  <a:pt x="3934949" y="1933220"/>
                </a:cubicBezTo>
                <a:cubicBezTo>
                  <a:pt x="3942569" y="1940460"/>
                  <a:pt x="3949810" y="1949604"/>
                  <a:pt x="3958954" y="1953414"/>
                </a:cubicBezTo>
                <a:cubicBezTo>
                  <a:pt x="3987719" y="1965225"/>
                  <a:pt x="4000103" y="1987895"/>
                  <a:pt x="4005437" y="2016470"/>
                </a:cubicBezTo>
                <a:cubicBezTo>
                  <a:pt x="4010390" y="2042571"/>
                  <a:pt x="4014582" y="2068670"/>
                  <a:pt x="4020296" y="2094579"/>
                </a:cubicBezTo>
                <a:cubicBezTo>
                  <a:pt x="4027154" y="2126202"/>
                  <a:pt x="4034584" y="2157637"/>
                  <a:pt x="4042967" y="2188880"/>
                </a:cubicBezTo>
                <a:cubicBezTo>
                  <a:pt x="4046587" y="2202405"/>
                  <a:pt x="4050777" y="2216693"/>
                  <a:pt x="4058207" y="2228315"/>
                </a:cubicBezTo>
                <a:cubicBezTo>
                  <a:pt x="4078782" y="2260891"/>
                  <a:pt x="4092688" y="2295754"/>
                  <a:pt x="4087164" y="2334045"/>
                </a:cubicBezTo>
                <a:cubicBezTo>
                  <a:pt x="4082782" y="2364716"/>
                  <a:pt x="4094022" y="2390435"/>
                  <a:pt x="4111549" y="2409486"/>
                </a:cubicBezTo>
                <a:cubicBezTo>
                  <a:pt x="4119503" y="2418155"/>
                  <a:pt x="4125016" y="2426977"/>
                  <a:pt x="4128650" y="2435913"/>
                </a:cubicBezTo>
                <a:lnTo>
                  <a:pt x="4134481" y="2463018"/>
                </a:lnTo>
                <a:lnTo>
                  <a:pt x="4132419" y="2490551"/>
                </a:lnTo>
                <a:cubicBezTo>
                  <a:pt x="4130791" y="2499773"/>
                  <a:pt x="4128410" y="2509025"/>
                  <a:pt x="4125838" y="2518264"/>
                </a:cubicBezTo>
                <a:cubicBezTo>
                  <a:pt x="4123171" y="2527790"/>
                  <a:pt x="4122027" y="2536458"/>
                  <a:pt x="4122194" y="2545006"/>
                </a:cubicBezTo>
                <a:lnTo>
                  <a:pt x="4122194" y="2545007"/>
                </a:lnTo>
                <a:lnTo>
                  <a:pt x="4122194" y="2545007"/>
                </a:lnTo>
                <a:cubicBezTo>
                  <a:pt x="4122360" y="2553556"/>
                  <a:pt x="4123837" y="2561986"/>
                  <a:pt x="4126408" y="2571035"/>
                </a:cubicBezTo>
                <a:cubicBezTo>
                  <a:pt x="4138410" y="2612946"/>
                  <a:pt x="4170987" y="2640951"/>
                  <a:pt x="4199562" y="2668002"/>
                </a:cubicBezTo>
                <a:cubicBezTo>
                  <a:pt x="4223947" y="2691055"/>
                  <a:pt x="4237663" y="2716964"/>
                  <a:pt x="4247952" y="2745349"/>
                </a:cubicBezTo>
                <a:lnTo>
                  <a:pt x="4247953" y="2745352"/>
                </a:lnTo>
                <a:lnTo>
                  <a:pt x="4253873" y="2778006"/>
                </a:lnTo>
                <a:lnTo>
                  <a:pt x="4253453" y="2785440"/>
                </a:lnTo>
                <a:lnTo>
                  <a:pt x="4243374" y="2811780"/>
                </a:lnTo>
                <a:lnTo>
                  <a:pt x="4243370" y="2811787"/>
                </a:lnTo>
                <a:lnTo>
                  <a:pt x="4243371" y="2811787"/>
                </a:lnTo>
                <a:lnTo>
                  <a:pt x="4243374" y="2811780"/>
                </a:lnTo>
                <a:lnTo>
                  <a:pt x="4253024" y="2793023"/>
                </a:lnTo>
                <a:lnTo>
                  <a:pt x="4253453" y="2785440"/>
                </a:lnTo>
                <a:lnTo>
                  <a:pt x="4254653" y="2782305"/>
                </a:lnTo>
                <a:lnTo>
                  <a:pt x="4253873" y="2778006"/>
                </a:lnTo>
                <a:lnTo>
                  <a:pt x="4254283" y="2770757"/>
                </a:lnTo>
                <a:lnTo>
                  <a:pt x="4247953" y="2745352"/>
                </a:lnTo>
                <a:lnTo>
                  <a:pt x="4247952" y="2745348"/>
                </a:lnTo>
                <a:cubicBezTo>
                  <a:pt x="4237663" y="2716963"/>
                  <a:pt x="4223947" y="2691054"/>
                  <a:pt x="4199562" y="2668001"/>
                </a:cubicBezTo>
                <a:cubicBezTo>
                  <a:pt x="4170987" y="2640950"/>
                  <a:pt x="4138410" y="2612945"/>
                  <a:pt x="4126408" y="2571034"/>
                </a:cubicBezTo>
                <a:lnTo>
                  <a:pt x="4122194" y="2545007"/>
                </a:lnTo>
                <a:lnTo>
                  <a:pt x="4125838" y="2518265"/>
                </a:lnTo>
                <a:cubicBezTo>
                  <a:pt x="4130981" y="2499786"/>
                  <a:pt x="4135363" y="2481259"/>
                  <a:pt x="4134482" y="2463019"/>
                </a:cubicBezTo>
                <a:lnTo>
                  <a:pt x="4134481" y="2463018"/>
                </a:lnTo>
                <a:lnTo>
                  <a:pt x="4134482" y="2463018"/>
                </a:lnTo>
                <a:cubicBezTo>
                  <a:pt x="4133600" y="2444777"/>
                  <a:pt x="4127457" y="2426822"/>
                  <a:pt x="4111549" y="2409485"/>
                </a:cubicBezTo>
                <a:cubicBezTo>
                  <a:pt x="4094022" y="2390434"/>
                  <a:pt x="4082782" y="2364715"/>
                  <a:pt x="4087164" y="2334044"/>
                </a:cubicBezTo>
                <a:cubicBezTo>
                  <a:pt x="4092688" y="2295753"/>
                  <a:pt x="4078782" y="2260890"/>
                  <a:pt x="4058207" y="2228314"/>
                </a:cubicBezTo>
                <a:cubicBezTo>
                  <a:pt x="4050777" y="2216692"/>
                  <a:pt x="4046587" y="2202404"/>
                  <a:pt x="4042967" y="2188879"/>
                </a:cubicBezTo>
                <a:cubicBezTo>
                  <a:pt x="4034584" y="2157636"/>
                  <a:pt x="4027154" y="2126201"/>
                  <a:pt x="4020296" y="2094578"/>
                </a:cubicBezTo>
                <a:cubicBezTo>
                  <a:pt x="4014582" y="2068669"/>
                  <a:pt x="4010390" y="2042570"/>
                  <a:pt x="4005437" y="2016469"/>
                </a:cubicBezTo>
                <a:cubicBezTo>
                  <a:pt x="4000103" y="1987894"/>
                  <a:pt x="3987719" y="1965224"/>
                  <a:pt x="3958954" y="1953413"/>
                </a:cubicBezTo>
                <a:cubicBezTo>
                  <a:pt x="3949810" y="1949603"/>
                  <a:pt x="3942569" y="1940459"/>
                  <a:pt x="3934949" y="1933219"/>
                </a:cubicBezTo>
                <a:cubicBezTo>
                  <a:pt x="3929425" y="1928076"/>
                  <a:pt x="3925233" y="1921216"/>
                  <a:pt x="3919519" y="1916454"/>
                </a:cubicBezTo>
                <a:cubicBezTo>
                  <a:pt x="3889418" y="1891497"/>
                  <a:pt x="3859129" y="1866922"/>
                  <a:pt x="3829028" y="1842158"/>
                </a:cubicBezTo>
                <a:cubicBezTo>
                  <a:pt x="3826170" y="1839679"/>
                  <a:pt x="3822741" y="1837013"/>
                  <a:pt x="3821407" y="1833775"/>
                </a:cubicBezTo>
                <a:cubicBezTo>
                  <a:pt x="3807501" y="1800246"/>
                  <a:pt x="3794358" y="1766335"/>
                  <a:pt x="3779686" y="1733188"/>
                </a:cubicBezTo>
                <a:cubicBezTo>
                  <a:pt x="3773972" y="1720423"/>
                  <a:pt x="3766924" y="1707279"/>
                  <a:pt x="3757018" y="1697753"/>
                </a:cubicBezTo>
                <a:cubicBezTo>
                  <a:pt x="3734538" y="1676036"/>
                  <a:pt x="3710152" y="1656223"/>
                  <a:pt x="3700436" y="1624980"/>
                </a:cubicBezTo>
                <a:cubicBezTo>
                  <a:pt x="3697580" y="1615836"/>
                  <a:pt x="3696055" y="1604978"/>
                  <a:pt x="3698532" y="1596213"/>
                </a:cubicBezTo>
                <a:close/>
                <a:moveTo>
                  <a:pt x="3751027" y="1453958"/>
                </a:moveTo>
                <a:lnTo>
                  <a:pt x="3745230" y="1459073"/>
                </a:lnTo>
                <a:lnTo>
                  <a:pt x="3745230" y="1459073"/>
                </a:lnTo>
                <a:lnTo>
                  <a:pt x="3745229" y="1459074"/>
                </a:lnTo>
                <a:lnTo>
                  <a:pt x="3736012" y="1481572"/>
                </a:lnTo>
                <a:lnTo>
                  <a:pt x="3745230" y="1459073"/>
                </a:lnTo>
                <a:close/>
                <a:moveTo>
                  <a:pt x="3764423" y="1268758"/>
                </a:moveTo>
                <a:cubicBezTo>
                  <a:pt x="3764875" y="1275402"/>
                  <a:pt x="3766447" y="1281689"/>
                  <a:pt x="3769590" y="1286070"/>
                </a:cubicBezTo>
                <a:cubicBezTo>
                  <a:pt x="3784163" y="1306930"/>
                  <a:pt x="3790403" y="1328553"/>
                  <a:pt x="3791927" y="1350628"/>
                </a:cubicBezTo>
                <a:lnTo>
                  <a:pt x="3786333" y="1413840"/>
                </a:lnTo>
                <a:lnTo>
                  <a:pt x="3791928" y="1350627"/>
                </a:lnTo>
                <a:cubicBezTo>
                  <a:pt x="3790403" y="1328552"/>
                  <a:pt x="3784164" y="1306930"/>
                  <a:pt x="3769590" y="1286069"/>
                </a:cubicBezTo>
                <a:close/>
                <a:moveTo>
                  <a:pt x="3706152" y="773035"/>
                </a:moveTo>
                <a:lnTo>
                  <a:pt x="3706152" y="773036"/>
                </a:lnTo>
                <a:cubicBezTo>
                  <a:pt x="3708438" y="800277"/>
                  <a:pt x="3711676" y="827330"/>
                  <a:pt x="3714152" y="854380"/>
                </a:cubicBezTo>
                <a:cubicBezTo>
                  <a:pt x="3716438" y="878957"/>
                  <a:pt x="3717200" y="903723"/>
                  <a:pt x="3745205" y="915344"/>
                </a:cubicBezTo>
                <a:cubicBezTo>
                  <a:pt x="3749587" y="917060"/>
                  <a:pt x="3752825" y="922774"/>
                  <a:pt x="3755683" y="927156"/>
                </a:cubicBezTo>
                <a:cubicBezTo>
                  <a:pt x="3799691" y="994786"/>
                  <a:pt x="3798547" y="1030981"/>
                  <a:pt x="3752063" y="1097088"/>
                </a:cubicBezTo>
                <a:cubicBezTo>
                  <a:pt x="3747301" y="1103946"/>
                  <a:pt x="3743871" y="1118614"/>
                  <a:pt x="3747681" y="1123186"/>
                </a:cubicBezTo>
                <a:cubicBezTo>
                  <a:pt x="3763493" y="1142618"/>
                  <a:pt x="3770542" y="1162954"/>
                  <a:pt x="3772400" y="1184029"/>
                </a:cubicBezTo>
                <a:cubicBezTo>
                  <a:pt x="3770542" y="1162954"/>
                  <a:pt x="3763494" y="1142617"/>
                  <a:pt x="3747682" y="1123185"/>
                </a:cubicBezTo>
                <a:cubicBezTo>
                  <a:pt x="3743872" y="1118613"/>
                  <a:pt x="3747302" y="1103945"/>
                  <a:pt x="3752064" y="1097087"/>
                </a:cubicBezTo>
                <a:cubicBezTo>
                  <a:pt x="3798548" y="1030980"/>
                  <a:pt x="3799692" y="994785"/>
                  <a:pt x="3755684" y="927155"/>
                </a:cubicBezTo>
                <a:cubicBezTo>
                  <a:pt x="3752826" y="922773"/>
                  <a:pt x="3749588" y="917059"/>
                  <a:pt x="3745206" y="915343"/>
                </a:cubicBezTo>
                <a:cubicBezTo>
                  <a:pt x="3717200" y="903722"/>
                  <a:pt x="3716438" y="878956"/>
                  <a:pt x="3714152" y="854379"/>
                </a:cubicBezTo>
                <a:close/>
                <a:moveTo>
                  <a:pt x="3761553" y="517851"/>
                </a:moveTo>
                <a:lnTo>
                  <a:pt x="3752635" y="556048"/>
                </a:lnTo>
                <a:cubicBezTo>
                  <a:pt x="3750539" y="564049"/>
                  <a:pt x="3745015" y="572623"/>
                  <a:pt x="3746157" y="580051"/>
                </a:cubicBezTo>
                <a:cubicBezTo>
                  <a:pt x="3749491" y="601579"/>
                  <a:pt x="3747062" y="622201"/>
                  <a:pt x="3742776" y="642538"/>
                </a:cubicBezTo>
                <a:lnTo>
                  <a:pt x="3730253" y="694928"/>
                </a:lnTo>
                <a:lnTo>
                  <a:pt x="3742777" y="642537"/>
                </a:lnTo>
                <a:cubicBezTo>
                  <a:pt x="3747063" y="622201"/>
                  <a:pt x="3749492" y="601578"/>
                  <a:pt x="3746158" y="580050"/>
                </a:cubicBezTo>
                <a:cubicBezTo>
                  <a:pt x="3745016" y="572622"/>
                  <a:pt x="3750540" y="564048"/>
                  <a:pt x="3752636" y="556047"/>
                </a:cubicBezTo>
                <a:close/>
                <a:moveTo>
                  <a:pt x="3774848" y="298169"/>
                </a:moveTo>
                <a:lnTo>
                  <a:pt x="3760065" y="313534"/>
                </a:lnTo>
                <a:cubicBezTo>
                  <a:pt x="3755873" y="316390"/>
                  <a:pt x="3758159" y="330299"/>
                  <a:pt x="3759493" y="338871"/>
                </a:cubicBezTo>
                <a:cubicBezTo>
                  <a:pt x="3760922" y="348396"/>
                  <a:pt x="3763447" y="357874"/>
                  <a:pt x="3765590" y="367328"/>
                </a:cubicBezTo>
                <a:lnTo>
                  <a:pt x="3769400" y="395640"/>
                </a:lnTo>
                <a:cubicBezTo>
                  <a:pt x="3769590" y="376781"/>
                  <a:pt x="3762352" y="357921"/>
                  <a:pt x="3759494" y="338870"/>
                </a:cubicBezTo>
                <a:cubicBezTo>
                  <a:pt x="3758160" y="330298"/>
                  <a:pt x="3755874" y="316389"/>
                  <a:pt x="3760066" y="313533"/>
                </a:cubicBezTo>
                <a:close/>
                <a:moveTo>
                  <a:pt x="3782393" y="281568"/>
                </a:moveTo>
                <a:lnTo>
                  <a:pt x="3777498" y="295415"/>
                </a:lnTo>
                <a:lnTo>
                  <a:pt x="3777499" y="295415"/>
                </a:lnTo>
                <a:close/>
                <a:moveTo>
                  <a:pt x="3769073" y="24486"/>
                </a:moveTo>
                <a:lnTo>
                  <a:pt x="3766810" y="74129"/>
                </a:lnTo>
                <a:cubicBezTo>
                  <a:pt x="3767733" y="91492"/>
                  <a:pt x="3770043" y="108703"/>
                  <a:pt x="3772734" y="125861"/>
                </a:cubicBezTo>
                <a:lnTo>
                  <a:pt x="3777129" y="153388"/>
                </a:lnTo>
                <a:lnTo>
                  <a:pt x="3785402" y="228944"/>
                </a:lnTo>
                <a:lnTo>
                  <a:pt x="3785402" y="228949"/>
                </a:lnTo>
                <a:lnTo>
                  <a:pt x="3785402" y="228948"/>
                </a:lnTo>
                <a:lnTo>
                  <a:pt x="3785402" y="228944"/>
                </a:lnTo>
                <a:lnTo>
                  <a:pt x="3780943" y="177271"/>
                </a:lnTo>
                <a:lnTo>
                  <a:pt x="3777129" y="153388"/>
                </a:lnTo>
                <a:lnTo>
                  <a:pt x="3776930" y="151569"/>
                </a:lnTo>
                <a:cubicBezTo>
                  <a:pt x="3772700" y="125876"/>
                  <a:pt x="3768195" y="100174"/>
                  <a:pt x="3766811" y="74129"/>
                </a:cubicBezTo>
                <a:close/>
                <a:moveTo>
                  <a:pt x="3766492" y="0"/>
                </a:moveTo>
                <a:lnTo>
                  <a:pt x="4230600" y="0"/>
                </a:lnTo>
                <a:lnTo>
                  <a:pt x="4229473" y="2817"/>
                </a:lnTo>
                <a:cubicBezTo>
                  <a:pt x="4221091" y="21486"/>
                  <a:pt x="4218423" y="43012"/>
                  <a:pt x="4215374" y="63587"/>
                </a:cubicBezTo>
                <a:cubicBezTo>
                  <a:pt x="4209850" y="101308"/>
                  <a:pt x="4206420" y="139219"/>
                  <a:pt x="4201468" y="176939"/>
                </a:cubicBezTo>
                <a:cubicBezTo>
                  <a:pt x="4200324" y="184941"/>
                  <a:pt x="4198230" y="194085"/>
                  <a:pt x="4193466" y="200182"/>
                </a:cubicBezTo>
                <a:cubicBezTo>
                  <a:pt x="4161461" y="241901"/>
                  <a:pt x="4152508" y="292579"/>
                  <a:pt x="4155554" y="340774"/>
                </a:cubicBezTo>
                <a:cubicBezTo>
                  <a:pt x="4157843" y="378686"/>
                  <a:pt x="4159557" y="415835"/>
                  <a:pt x="4156319" y="453364"/>
                </a:cubicBezTo>
                <a:cubicBezTo>
                  <a:pt x="4156127" y="456222"/>
                  <a:pt x="4156509" y="460032"/>
                  <a:pt x="4158033" y="462126"/>
                </a:cubicBezTo>
                <a:cubicBezTo>
                  <a:pt x="4168129" y="475081"/>
                  <a:pt x="4168891" y="488607"/>
                  <a:pt x="4170605" y="505182"/>
                </a:cubicBezTo>
                <a:cubicBezTo>
                  <a:pt x="4173083" y="528615"/>
                  <a:pt x="4171367" y="550141"/>
                  <a:pt x="4167177" y="571860"/>
                </a:cubicBezTo>
                <a:cubicBezTo>
                  <a:pt x="4164129" y="587672"/>
                  <a:pt x="4157843" y="603673"/>
                  <a:pt x="4149840" y="617772"/>
                </a:cubicBezTo>
                <a:cubicBezTo>
                  <a:pt x="4138600" y="637392"/>
                  <a:pt x="4134220" y="656255"/>
                  <a:pt x="4149078" y="674923"/>
                </a:cubicBezTo>
                <a:cubicBezTo>
                  <a:pt x="4164891" y="695116"/>
                  <a:pt x="4159367" y="717977"/>
                  <a:pt x="4159937" y="740268"/>
                </a:cubicBezTo>
                <a:cubicBezTo>
                  <a:pt x="4160129" y="749982"/>
                  <a:pt x="4159747" y="760270"/>
                  <a:pt x="4162223" y="769605"/>
                </a:cubicBezTo>
                <a:cubicBezTo>
                  <a:pt x="4169273" y="796655"/>
                  <a:pt x="4179941" y="822756"/>
                  <a:pt x="4184703" y="850189"/>
                </a:cubicBezTo>
                <a:cubicBezTo>
                  <a:pt x="4187370" y="865430"/>
                  <a:pt x="4182607" y="882384"/>
                  <a:pt x="4179179" y="898198"/>
                </a:cubicBezTo>
                <a:cubicBezTo>
                  <a:pt x="4175559" y="914200"/>
                  <a:pt x="4170035" y="930011"/>
                  <a:pt x="4164319" y="945444"/>
                </a:cubicBezTo>
                <a:cubicBezTo>
                  <a:pt x="4160509" y="955920"/>
                  <a:pt x="4156889" y="967350"/>
                  <a:pt x="4150030" y="975733"/>
                </a:cubicBezTo>
                <a:cubicBezTo>
                  <a:pt x="4134410" y="994785"/>
                  <a:pt x="4131742" y="1014406"/>
                  <a:pt x="4139934" y="1036887"/>
                </a:cubicBezTo>
                <a:cubicBezTo>
                  <a:pt x="4141268" y="1040315"/>
                  <a:pt x="4141268" y="1044315"/>
                  <a:pt x="4141458" y="1048125"/>
                </a:cubicBezTo>
                <a:cubicBezTo>
                  <a:pt x="4145458" y="1109091"/>
                  <a:pt x="4147936" y="1170051"/>
                  <a:pt x="4154032" y="1230633"/>
                </a:cubicBezTo>
                <a:cubicBezTo>
                  <a:pt x="4156509" y="1255206"/>
                  <a:pt x="4167367" y="1278829"/>
                  <a:pt x="4174225" y="1303024"/>
                </a:cubicBezTo>
                <a:cubicBezTo>
                  <a:pt x="4175559" y="1307978"/>
                  <a:pt x="4177655" y="1313504"/>
                  <a:pt x="4176701" y="1318456"/>
                </a:cubicBezTo>
                <a:cubicBezTo>
                  <a:pt x="4167177" y="1372368"/>
                  <a:pt x="4181083" y="1422854"/>
                  <a:pt x="4199372" y="1472575"/>
                </a:cubicBezTo>
                <a:cubicBezTo>
                  <a:pt x="4201278" y="1477717"/>
                  <a:pt x="4200706" y="1484004"/>
                  <a:pt x="4200324" y="1489720"/>
                </a:cubicBezTo>
                <a:cubicBezTo>
                  <a:pt x="4198992" y="1505724"/>
                  <a:pt x="4192324" y="1523059"/>
                  <a:pt x="4196324" y="1537537"/>
                </a:cubicBezTo>
                <a:cubicBezTo>
                  <a:pt x="4207374" y="1576019"/>
                  <a:pt x="4220709" y="1614120"/>
                  <a:pt x="4237473" y="1650317"/>
                </a:cubicBezTo>
                <a:cubicBezTo>
                  <a:pt x="4254428" y="1687086"/>
                  <a:pt x="4268716" y="1721185"/>
                  <a:pt x="4251572" y="1763287"/>
                </a:cubicBezTo>
                <a:cubicBezTo>
                  <a:pt x="4244331" y="1781194"/>
                  <a:pt x="4249476" y="1804816"/>
                  <a:pt x="4251380" y="1825393"/>
                </a:cubicBezTo>
                <a:cubicBezTo>
                  <a:pt x="4252904" y="1840441"/>
                  <a:pt x="4261478" y="1854920"/>
                  <a:pt x="4261478" y="1869780"/>
                </a:cubicBezTo>
                <a:cubicBezTo>
                  <a:pt x="4261478" y="1909408"/>
                  <a:pt x="4271574" y="1944649"/>
                  <a:pt x="4292149" y="1978940"/>
                </a:cubicBezTo>
                <a:cubicBezTo>
                  <a:pt x="4300149" y="1992279"/>
                  <a:pt x="4294815" y="2013043"/>
                  <a:pt x="4296911" y="2030378"/>
                </a:cubicBezTo>
                <a:cubicBezTo>
                  <a:pt x="4299387" y="2048668"/>
                  <a:pt x="4301673" y="2067525"/>
                  <a:pt x="4307200" y="2085054"/>
                </a:cubicBezTo>
                <a:cubicBezTo>
                  <a:pt x="4321678" y="2130393"/>
                  <a:pt x="4338061" y="2175163"/>
                  <a:pt x="4353301" y="2220312"/>
                </a:cubicBezTo>
                <a:cubicBezTo>
                  <a:pt x="4365876" y="2257459"/>
                  <a:pt x="4355969" y="2294039"/>
                  <a:pt x="4350635" y="2330806"/>
                </a:cubicBezTo>
                <a:cubicBezTo>
                  <a:pt x="4347205" y="2353859"/>
                  <a:pt x="4339013" y="2375383"/>
                  <a:pt x="4351205" y="2401292"/>
                </a:cubicBezTo>
                <a:cubicBezTo>
                  <a:pt x="4362827" y="2426059"/>
                  <a:pt x="4360159" y="2457492"/>
                  <a:pt x="4366446" y="2485307"/>
                </a:cubicBezTo>
                <a:cubicBezTo>
                  <a:pt x="4371780" y="2508742"/>
                  <a:pt x="4380354" y="2531409"/>
                  <a:pt x="4388736" y="2554079"/>
                </a:cubicBezTo>
                <a:cubicBezTo>
                  <a:pt x="4400167" y="2584942"/>
                  <a:pt x="4412167" y="2615421"/>
                  <a:pt x="4406453" y="2649143"/>
                </a:cubicBezTo>
                <a:cubicBezTo>
                  <a:pt x="4399975" y="2687436"/>
                  <a:pt x="4424359" y="2713723"/>
                  <a:pt x="4440554" y="2743826"/>
                </a:cubicBezTo>
                <a:cubicBezTo>
                  <a:pt x="4451602" y="2764590"/>
                  <a:pt x="4459795" y="2787259"/>
                  <a:pt x="4466653" y="2809930"/>
                </a:cubicBezTo>
                <a:cubicBezTo>
                  <a:pt x="4475607" y="2840219"/>
                  <a:pt x="4480941" y="2871462"/>
                  <a:pt x="4489704" y="2901943"/>
                </a:cubicBezTo>
                <a:cubicBezTo>
                  <a:pt x="4502848" y="2948047"/>
                  <a:pt x="4513136" y="2994722"/>
                  <a:pt x="4505896" y="3042728"/>
                </a:cubicBezTo>
                <a:cubicBezTo>
                  <a:pt x="4502658" y="3064827"/>
                  <a:pt x="4502848" y="3085403"/>
                  <a:pt x="4507612" y="3107500"/>
                </a:cubicBezTo>
                <a:cubicBezTo>
                  <a:pt x="4515422" y="3143695"/>
                  <a:pt x="4516375" y="3180844"/>
                  <a:pt x="4545521" y="3209993"/>
                </a:cubicBezTo>
                <a:cubicBezTo>
                  <a:pt x="4555810" y="3220280"/>
                  <a:pt x="4558476" y="3238758"/>
                  <a:pt x="4563810" y="3253809"/>
                </a:cubicBezTo>
                <a:cubicBezTo>
                  <a:pt x="4570098" y="3271145"/>
                  <a:pt x="4566858" y="3283908"/>
                  <a:pt x="4548570" y="3293244"/>
                </a:cubicBezTo>
                <a:cubicBezTo>
                  <a:pt x="4540379" y="3297434"/>
                  <a:pt x="4532377" y="3309437"/>
                  <a:pt x="4531043" y="3318771"/>
                </a:cubicBezTo>
                <a:cubicBezTo>
                  <a:pt x="4527043" y="3346776"/>
                  <a:pt x="4532949" y="3372495"/>
                  <a:pt x="4545904" y="3399546"/>
                </a:cubicBezTo>
                <a:cubicBezTo>
                  <a:pt x="4558096" y="3424883"/>
                  <a:pt x="4556762" y="3456508"/>
                  <a:pt x="4561524" y="3485275"/>
                </a:cubicBezTo>
                <a:cubicBezTo>
                  <a:pt x="4564954" y="3505657"/>
                  <a:pt x="4572002" y="3526042"/>
                  <a:pt x="4572002" y="3546617"/>
                </a:cubicBezTo>
                <a:cubicBezTo>
                  <a:pt x="4572002" y="3572146"/>
                  <a:pt x="4565906" y="3597482"/>
                  <a:pt x="4563620" y="3623201"/>
                </a:cubicBezTo>
                <a:cubicBezTo>
                  <a:pt x="4561716" y="3643204"/>
                  <a:pt x="4562478" y="3663589"/>
                  <a:pt x="4560192" y="3683591"/>
                </a:cubicBezTo>
                <a:cubicBezTo>
                  <a:pt x="4558476" y="3699976"/>
                  <a:pt x="4554096" y="3716168"/>
                  <a:pt x="4550476" y="3732361"/>
                </a:cubicBezTo>
                <a:cubicBezTo>
                  <a:pt x="4549142" y="3738267"/>
                  <a:pt x="4543997" y="3744173"/>
                  <a:pt x="4544759" y="3749506"/>
                </a:cubicBezTo>
                <a:cubicBezTo>
                  <a:pt x="4552952" y="3802467"/>
                  <a:pt x="4516375" y="3840569"/>
                  <a:pt x="4500182" y="3885338"/>
                </a:cubicBezTo>
                <a:cubicBezTo>
                  <a:pt x="4483035" y="3932394"/>
                  <a:pt x="4456747" y="3977925"/>
                  <a:pt x="4464557" y="4030503"/>
                </a:cubicBezTo>
                <a:cubicBezTo>
                  <a:pt x="4469319" y="4062318"/>
                  <a:pt x="4480369" y="4092989"/>
                  <a:pt x="4487038" y="4124614"/>
                </a:cubicBezTo>
                <a:cubicBezTo>
                  <a:pt x="4489324" y="4135854"/>
                  <a:pt x="4488942" y="4148427"/>
                  <a:pt x="4486656" y="4159667"/>
                </a:cubicBezTo>
                <a:cubicBezTo>
                  <a:pt x="4476177" y="4213961"/>
                  <a:pt x="4474653" y="4267493"/>
                  <a:pt x="4491800" y="4320837"/>
                </a:cubicBezTo>
                <a:cubicBezTo>
                  <a:pt x="4494658" y="4329979"/>
                  <a:pt x="4497324" y="4339695"/>
                  <a:pt x="4497324" y="4349222"/>
                </a:cubicBezTo>
                <a:cubicBezTo>
                  <a:pt x="4497324" y="4401419"/>
                  <a:pt x="4493324" y="4452665"/>
                  <a:pt x="4474653" y="4502579"/>
                </a:cubicBezTo>
                <a:cubicBezTo>
                  <a:pt x="4468367" y="4519343"/>
                  <a:pt x="4472367" y="4539728"/>
                  <a:pt x="4470843" y="4558207"/>
                </a:cubicBezTo>
                <a:cubicBezTo>
                  <a:pt x="4469511" y="4575351"/>
                  <a:pt x="4468939" y="4592878"/>
                  <a:pt x="4464557" y="4609452"/>
                </a:cubicBezTo>
                <a:cubicBezTo>
                  <a:pt x="4458081" y="4633647"/>
                  <a:pt x="4457319" y="4656126"/>
                  <a:pt x="4463033" y="4681083"/>
                </a:cubicBezTo>
                <a:cubicBezTo>
                  <a:pt x="4468367" y="4704895"/>
                  <a:pt x="4465701" y="4730614"/>
                  <a:pt x="4465891" y="4755381"/>
                </a:cubicBezTo>
                <a:cubicBezTo>
                  <a:pt x="4466081" y="4783004"/>
                  <a:pt x="4466271" y="4810627"/>
                  <a:pt x="4465319" y="4838250"/>
                </a:cubicBezTo>
                <a:cubicBezTo>
                  <a:pt x="4464939" y="4849300"/>
                  <a:pt x="4457319" y="4861873"/>
                  <a:pt x="4460367" y="4871019"/>
                </a:cubicBezTo>
                <a:cubicBezTo>
                  <a:pt x="4470653" y="4900546"/>
                  <a:pt x="4458271" y="4930075"/>
                  <a:pt x="4463795" y="4959602"/>
                </a:cubicBezTo>
                <a:cubicBezTo>
                  <a:pt x="4466653" y="4974082"/>
                  <a:pt x="4458843" y="4990465"/>
                  <a:pt x="4458081" y="5006086"/>
                </a:cubicBezTo>
                <a:cubicBezTo>
                  <a:pt x="4456747" y="5031614"/>
                  <a:pt x="4457319" y="5057141"/>
                  <a:pt x="4456937" y="5082670"/>
                </a:cubicBezTo>
                <a:cubicBezTo>
                  <a:pt x="4456747" y="5091052"/>
                  <a:pt x="4455985" y="5099245"/>
                  <a:pt x="4455602" y="5107627"/>
                </a:cubicBezTo>
                <a:cubicBezTo>
                  <a:pt x="4455222" y="5115057"/>
                  <a:pt x="4453508" y="5122867"/>
                  <a:pt x="4454840" y="5129916"/>
                </a:cubicBezTo>
                <a:cubicBezTo>
                  <a:pt x="4459605" y="5155445"/>
                  <a:pt x="4467415" y="5180591"/>
                  <a:pt x="4470463" y="5206308"/>
                </a:cubicBezTo>
                <a:cubicBezTo>
                  <a:pt x="4473129" y="5228597"/>
                  <a:pt x="4469511" y="5251650"/>
                  <a:pt x="4471415" y="5274129"/>
                </a:cubicBezTo>
                <a:cubicBezTo>
                  <a:pt x="4474653" y="5313754"/>
                  <a:pt x="4480369" y="5353379"/>
                  <a:pt x="4483989" y="5393005"/>
                </a:cubicBezTo>
                <a:cubicBezTo>
                  <a:pt x="4484751" y="5401579"/>
                  <a:pt x="4479987" y="5410531"/>
                  <a:pt x="4479607" y="5419295"/>
                </a:cubicBezTo>
                <a:cubicBezTo>
                  <a:pt x="4478655" y="5446728"/>
                  <a:pt x="4478463" y="5474161"/>
                  <a:pt x="4477893" y="5501594"/>
                </a:cubicBezTo>
                <a:cubicBezTo>
                  <a:pt x="4477701" y="5517215"/>
                  <a:pt x="4478273" y="5533027"/>
                  <a:pt x="4476559" y="5548460"/>
                </a:cubicBezTo>
                <a:cubicBezTo>
                  <a:pt x="4474273" y="5568842"/>
                  <a:pt x="4470843" y="5587321"/>
                  <a:pt x="4485703" y="5606372"/>
                </a:cubicBezTo>
                <a:cubicBezTo>
                  <a:pt x="4508754" y="5635711"/>
                  <a:pt x="4499800" y="5673050"/>
                  <a:pt x="4505134" y="5706959"/>
                </a:cubicBezTo>
                <a:cubicBezTo>
                  <a:pt x="4506468" y="5715723"/>
                  <a:pt x="4506658" y="5724678"/>
                  <a:pt x="4508182" y="5733440"/>
                </a:cubicBezTo>
                <a:cubicBezTo>
                  <a:pt x="4511040" y="5749634"/>
                  <a:pt x="4514278" y="5765635"/>
                  <a:pt x="4517519" y="5781830"/>
                </a:cubicBezTo>
                <a:cubicBezTo>
                  <a:pt x="4518089" y="5784686"/>
                  <a:pt x="4518281" y="5787924"/>
                  <a:pt x="4519233" y="5790592"/>
                </a:cubicBezTo>
                <a:cubicBezTo>
                  <a:pt x="4527233" y="5815169"/>
                  <a:pt x="4536377" y="5839361"/>
                  <a:pt x="4542855" y="5864318"/>
                </a:cubicBezTo>
                <a:cubicBezTo>
                  <a:pt x="4546094" y="5876511"/>
                  <a:pt x="4546476" y="5890037"/>
                  <a:pt x="4544759" y="5902610"/>
                </a:cubicBezTo>
                <a:cubicBezTo>
                  <a:pt x="4539807" y="5939377"/>
                  <a:pt x="4537711" y="5975764"/>
                  <a:pt x="4544951" y="6012723"/>
                </a:cubicBezTo>
                <a:cubicBezTo>
                  <a:pt x="4547808" y="6027392"/>
                  <a:pt x="4543045" y="6043776"/>
                  <a:pt x="4541331" y="6059397"/>
                </a:cubicBezTo>
                <a:cubicBezTo>
                  <a:pt x="4536759" y="6096736"/>
                  <a:pt x="4531805" y="6134075"/>
                  <a:pt x="4527425" y="6171605"/>
                </a:cubicBezTo>
                <a:cubicBezTo>
                  <a:pt x="4524757" y="6195037"/>
                  <a:pt x="4523233" y="6218660"/>
                  <a:pt x="4520567" y="6242093"/>
                </a:cubicBezTo>
                <a:cubicBezTo>
                  <a:pt x="4517327" y="6269144"/>
                  <a:pt x="4512374" y="6296005"/>
                  <a:pt x="4509706" y="6323058"/>
                </a:cubicBezTo>
                <a:cubicBezTo>
                  <a:pt x="4506658" y="6353919"/>
                  <a:pt x="4506088" y="6384972"/>
                  <a:pt x="4502848" y="6415833"/>
                </a:cubicBezTo>
                <a:cubicBezTo>
                  <a:pt x="4496562" y="6472225"/>
                  <a:pt x="4489132" y="6528424"/>
                  <a:pt x="4482083" y="6584812"/>
                </a:cubicBezTo>
                <a:cubicBezTo>
                  <a:pt x="4475225" y="6639488"/>
                  <a:pt x="4469129" y="6694164"/>
                  <a:pt x="4460557" y="6748458"/>
                </a:cubicBezTo>
                <a:cubicBezTo>
                  <a:pt x="4456937" y="6771319"/>
                  <a:pt x="4447030" y="6793035"/>
                  <a:pt x="4441506" y="6815516"/>
                </a:cubicBezTo>
                <a:lnTo>
                  <a:pt x="4431806" y="6858001"/>
                </a:lnTo>
                <a:lnTo>
                  <a:pt x="4259553" y="6858001"/>
                </a:lnTo>
                <a:lnTo>
                  <a:pt x="4265716" y="6812064"/>
                </a:lnTo>
                <a:lnTo>
                  <a:pt x="4265716" y="6812064"/>
                </a:lnTo>
                <a:lnTo>
                  <a:pt x="4265716" y="6812063"/>
                </a:lnTo>
                <a:cubicBezTo>
                  <a:pt x="4265240" y="6788417"/>
                  <a:pt x="4259954" y="6764841"/>
                  <a:pt x="4246238" y="6742552"/>
                </a:cubicBezTo>
                <a:lnTo>
                  <a:pt x="4232402" y="6702976"/>
                </a:lnTo>
                <a:lnTo>
                  <a:pt x="4235549" y="6683027"/>
                </a:lnTo>
                <a:cubicBezTo>
                  <a:pt x="4237915" y="6676306"/>
                  <a:pt x="4241666" y="6669496"/>
                  <a:pt x="4247000" y="6662542"/>
                </a:cubicBezTo>
                <a:cubicBezTo>
                  <a:pt x="4254334" y="6653111"/>
                  <a:pt x="4256191" y="6639108"/>
                  <a:pt x="4254095" y="6625225"/>
                </a:cubicBezTo>
                <a:lnTo>
                  <a:pt x="4254095" y="6625225"/>
                </a:lnTo>
                <a:lnTo>
                  <a:pt x="4254095" y="6625224"/>
                </a:lnTo>
                <a:cubicBezTo>
                  <a:pt x="4251999" y="6611342"/>
                  <a:pt x="4245951" y="6597578"/>
                  <a:pt x="4237473" y="6588625"/>
                </a:cubicBezTo>
                <a:lnTo>
                  <a:pt x="4214994" y="6564620"/>
                </a:lnTo>
                <a:lnTo>
                  <a:pt x="4214994" y="6564621"/>
                </a:lnTo>
                <a:cubicBezTo>
                  <a:pt x="4225281" y="6575479"/>
                  <a:pt x="4231377" y="6582147"/>
                  <a:pt x="4237473" y="6588626"/>
                </a:cubicBezTo>
                <a:lnTo>
                  <a:pt x="4254095" y="6625225"/>
                </a:lnTo>
                <a:lnTo>
                  <a:pt x="4254084" y="6645552"/>
                </a:lnTo>
                <a:cubicBezTo>
                  <a:pt x="4252965" y="6651967"/>
                  <a:pt x="4250667" y="6657825"/>
                  <a:pt x="4247000" y="6662541"/>
                </a:cubicBezTo>
                <a:cubicBezTo>
                  <a:pt x="4236332" y="6676448"/>
                  <a:pt x="4231997" y="6689783"/>
                  <a:pt x="4232402" y="6702976"/>
                </a:cubicBezTo>
                <a:lnTo>
                  <a:pt x="4232402" y="6702976"/>
                </a:lnTo>
                <a:lnTo>
                  <a:pt x="4232402" y="6702977"/>
                </a:lnTo>
                <a:cubicBezTo>
                  <a:pt x="4232807" y="6716169"/>
                  <a:pt x="4237951" y="6729219"/>
                  <a:pt x="4246238" y="6742553"/>
                </a:cubicBezTo>
                <a:cubicBezTo>
                  <a:pt x="4253096" y="6753698"/>
                  <a:pt x="4257847" y="6765164"/>
                  <a:pt x="4260942" y="6776800"/>
                </a:cubicBezTo>
                <a:lnTo>
                  <a:pt x="4265716" y="6812064"/>
                </a:lnTo>
                <a:lnTo>
                  <a:pt x="4259553" y="6858001"/>
                </a:lnTo>
                <a:lnTo>
                  <a:pt x="4259553" y="6858001"/>
                </a:lnTo>
                <a:lnTo>
                  <a:pt x="4259553" y="6858002"/>
                </a:lnTo>
                <a:lnTo>
                  <a:pt x="0" y="6858002"/>
                </a:lnTo>
                <a:lnTo>
                  <a:pt x="0" y="2"/>
                </a:lnTo>
                <a:lnTo>
                  <a:pt x="3766492" y="1"/>
                </a:lnTo>
                <a:lnTo>
                  <a:pt x="3769210" y="21486"/>
                </a:lnTo>
                <a:close/>
              </a:path>
            </a:pathLst>
          </a:custGeom>
          <a:effectLst>
            <a:outerShdw blurRad="381000" dist="152400" algn="l" rotWithShape="0">
              <a:prstClr val="black">
                <a:alpha val="10000"/>
              </a:prstClr>
            </a:outerShdw>
          </a:effectLst>
        </p:spPr>
      </p:pic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40822D1-9EEA-4ECF-9360-D9AF87950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705643" y="2991643"/>
            <a:ext cx="6858001" cy="874716"/>
          </a:xfrm>
          <a:custGeom>
            <a:avLst/>
            <a:gdLst>
              <a:gd name="connsiteX0" fmla="*/ 0 w 6858001"/>
              <a:gd name="connsiteY0" fmla="*/ 533314 h 874716"/>
              <a:gd name="connsiteX1" fmla="*/ 0 w 6858001"/>
              <a:gd name="connsiteY1" fmla="*/ 69206 h 874716"/>
              <a:gd name="connsiteX2" fmla="*/ 21486 w 6858001"/>
              <a:gd name="connsiteY2" fmla="*/ 71924 h 874716"/>
              <a:gd name="connsiteX3" fmla="*/ 228948 w 6858001"/>
              <a:gd name="connsiteY3" fmla="*/ 88116 h 874716"/>
              <a:gd name="connsiteX4" fmla="*/ 313533 w 6858001"/>
              <a:gd name="connsiteY4" fmla="*/ 62779 h 874716"/>
              <a:gd name="connsiteX5" fmla="*/ 338870 w 6858001"/>
              <a:gd name="connsiteY5" fmla="*/ 62207 h 874716"/>
              <a:gd name="connsiteX6" fmla="*/ 395640 w 6858001"/>
              <a:gd name="connsiteY6" fmla="*/ 72114 h 874716"/>
              <a:gd name="connsiteX7" fmla="*/ 512802 w 6858001"/>
              <a:gd name="connsiteY7" fmla="*/ 65446 h 874716"/>
              <a:gd name="connsiteX8" fmla="*/ 556047 w 6858001"/>
              <a:gd name="connsiteY8" fmla="*/ 55349 h 874716"/>
              <a:gd name="connsiteX9" fmla="*/ 580050 w 6858001"/>
              <a:gd name="connsiteY9" fmla="*/ 48871 h 874716"/>
              <a:gd name="connsiteX10" fmla="*/ 703308 w 6858001"/>
              <a:gd name="connsiteY10" fmla="*/ 30964 h 874716"/>
              <a:gd name="connsiteX11" fmla="*/ 758174 w 6858001"/>
              <a:gd name="connsiteY11" fmla="*/ 11724 h 874716"/>
              <a:gd name="connsiteX12" fmla="*/ 773035 w 6858001"/>
              <a:gd name="connsiteY12" fmla="*/ 8866 h 874716"/>
              <a:gd name="connsiteX13" fmla="*/ 854379 w 6858001"/>
              <a:gd name="connsiteY13" fmla="*/ 16866 h 874716"/>
              <a:gd name="connsiteX14" fmla="*/ 915343 w 6858001"/>
              <a:gd name="connsiteY14" fmla="*/ 47919 h 874716"/>
              <a:gd name="connsiteX15" fmla="*/ 927155 w 6858001"/>
              <a:gd name="connsiteY15" fmla="*/ 58397 h 874716"/>
              <a:gd name="connsiteX16" fmla="*/ 1097087 w 6858001"/>
              <a:gd name="connsiteY16" fmla="*/ 54777 h 874716"/>
              <a:gd name="connsiteX17" fmla="*/ 1123185 w 6858001"/>
              <a:gd name="connsiteY17" fmla="*/ 50395 h 874716"/>
              <a:gd name="connsiteX18" fmla="*/ 1249302 w 6858001"/>
              <a:gd name="connsiteY18" fmla="*/ 68684 h 874716"/>
              <a:gd name="connsiteX19" fmla="*/ 1286069 w 6858001"/>
              <a:gd name="connsiteY19" fmla="*/ 72304 h 874716"/>
              <a:gd name="connsiteX20" fmla="*/ 1417899 w 6858001"/>
              <a:gd name="connsiteY20" fmla="*/ 88688 h 874716"/>
              <a:gd name="connsiteX21" fmla="*/ 1436568 w 6858001"/>
              <a:gd name="connsiteY21" fmla="*/ 73448 h 874716"/>
              <a:gd name="connsiteX22" fmla="*/ 1490292 w 6858001"/>
              <a:gd name="connsiteY22" fmla="*/ 35154 h 874716"/>
              <a:gd name="connsiteX23" fmla="*/ 1596213 w 6858001"/>
              <a:gd name="connsiteY23" fmla="*/ 1245 h 874716"/>
              <a:gd name="connsiteX24" fmla="*/ 1624980 w 6858001"/>
              <a:gd name="connsiteY24" fmla="*/ 3150 h 874716"/>
              <a:gd name="connsiteX25" fmla="*/ 1697753 w 6858001"/>
              <a:gd name="connsiteY25" fmla="*/ 59731 h 874716"/>
              <a:gd name="connsiteX26" fmla="*/ 1733188 w 6858001"/>
              <a:gd name="connsiteY26" fmla="*/ 82400 h 874716"/>
              <a:gd name="connsiteX27" fmla="*/ 1833775 w 6858001"/>
              <a:gd name="connsiteY27" fmla="*/ 124121 h 874716"/>
              <a:gd name="connsiteX28" fmla="*/ 1842158 w 6858001"/>
              <a:gd name="connsiteY28" fmla="*/ 131742 h 874716"/>
              <a:gd name="connsiteX29" fmla="*/ 1916454 w 6858001"/>
              <a:gd name="connsiteY29" fmla="*/ 222233 h 874716"/>
              <a:gd name="connsiteX30" fmla="*/ 1933219 w 6858001"/>
              <a:gd name="connsiteY30" fmla="*/ 237663 h 874716"/>
              <a:gd name="connsiteX31" fmla="*/ 1953413 w 6858001"/>
              <a:gd name="connsiteY31" fmla="*/ 261668 h 874716"/>
              <a:gd name="connsiteX32" fmla="*/ 2016469 w 6858001"/>
              <a:gd name="connsiteY32" fmla="*/ 308151 h 874716"/>
              <a:gd name="connsiteX33" fmla="*/ 2094578 w 6858001"/>
              <a:gd name="connsiteY33" fmla="*/ 323010 h 874716"/>
              <a:gd name="connsiteX34" fmla="*/ 2188879 w 6858001"/>
              <a:gd name="connsiteY34" fmla="*/ 345681 h 874716"/>
              <a:gd name="connsiteX35" fmla="*/ 2228314 w 6858001"/>
              <a:gd name="connsiteY35" fmla="*/ 360921 h 874716"/>
              <a:gd name="connsiteX36" fmla="*/ 2334044 w 6858001"/>
              <a:gd name="connsiteY36" fmla="*/ 389878 h 874716"/>
              <a:gd name="connsiteX37" fmla="*/ 2409485 w 6858001"/>
              <a:gd name="connsiteY37" fmla="*/ 414263 h 874716"/>
              <a:gd name="connsiteX38" fmla="*/ 2518264 w 6858001"/>
              <a:gd name="connsiteY38" fmla="*/ 428552 h 874716"/>
              <a:gd name="connsiteX39" fmla="*/ 2571034 w 6858001"/>
              <a:gd name="connsiteY39" fmla="*/ 429122 h 874716"/>
              <a:gd name="connsiteX40" fmla="*/ 2668001 w 6858001"/>
              <a:gd name="connsiteY40" fmla="*/ 502276 h 874716"/>
              <a:gd name="connsiteX41" fmla="*/ 2745348 w 6858001"/>
              <a:gd name="connsiteY41" fmla="*/ 550666 h 874716"/>
              <a:gd name="connsiteX42" fmla="*/ 2826694 w 6858001"/>
              <a:gd name="connsiteY42" fmla="*/ 527233 h 874716"/>
              <a:gd name="connsiteX43" fmla="*/ 2848793 w 6858001"/>
              <a:gd name="connsiteY43" fmla="*/ 505134 h 874716"/>
              <a:gd name="connsiteX44" fmla="*/ 2982148 w 6858001"/>
              <a:gd name="connsiteY44" fmla="*/ 484179 h 874716"/>
              <a:gd name="connsiteX45" fmla="*/ 3172654 w 6858001"/>
              <a:gd name="connsiteY45" fmla="*/ 483417 h 874716"/>
              <a:gd name="connsiteX46" fmla="*/ 3489467 w 6858001"/>
              <a:gd name="connsiteY46" fmla="*/ 435790 h 874716"/>
              <a:gd name="connsiteX47" fmla="*/ 3544713 w 6858001"/>
              <a:gd name="connsiteY47" fmla="*/ 413691 h 874716"/>
              <a:gd name="connsiteX48" fmla="*/ 3606817 w 6858001"/>
              <a:gd name="connsiteY48" fmla="*/ 408167 h 874716"/>
              <a:gd name="connsiteX49" fmla="*/ 3630632 w 6858001"/>
              <a:gd name="connsiteY49" fmla="*/ 421693 h 874716"/>
              <a:gd name="connsiteX50" fmla="*/ 3734837 w 6858001"/>
              <a:gd name="connsiteY50" fmla="*/ 441886 h 874716"/>
              <a:gd name="connsiteX51" fmla="*/ 3754652 w 6858001"/>
              <a:gd name="connsiteY51" fmla="*/ 442268 h 874716"/>
              <a:gd name="connsiteX52" fmla="*/ 3822472 w 6858001"/>
              <a:gd name="connsiteY52" fmla="*/ 433694 h 874716"/>
              <a:gd name="connsiteX53" fmla="*/ 3885338 w 6858001"/>
              <a:gd name="connsiteY53" fmla="*/ 428742 h 874716"/>
              <a:gd name="connsiteX54" fmla="*/ 4043839 w 6858001"/>
              <a:gd name="connsiteY54" fmla="*/ 444934 h 874716"/>
              <a:gd name="connsiteX55" fmla="*/ 4165383 w 6858001"/>
              <a:gd name="connsiteY55" fmla="*/ 441124 h 874716"/>
              <a:gd name="connsiteX56" fmla="*/ 4221391 w 6858001"/>
              <a:gd name="connsiteY56" fmla="*/ 444934 h 874716"/>
              <a:gd name="connsiteX57" fmla="*/ 4253014 w 6858001"/>
              <a:gd name="connsiteY57" fmla="*/ 450650 h 874716"/>
              <a:gd name="connsiteX58" fmla="*/ 4324645 w 6858001"/>
              <a:gd name="connsiteY58" fmla="*/ 490466 h 874716"/>
              <a:gd name="connsiteX59" fmla="*/ 4363890 w 6858001"/>
              <a:gd name="connsiteY59" fmla="*/ 499420 h 874716"/>
              <a:gd name="connsiteX60" fmla="*/ 4482004 w 6858001"/>
              <a:gd name="connsiteY60" fmla="*/ 498658 h 874716"/>
              <a:gd name="connsiteX61" fmla="*/ 4659174 w 6858001"/>
              <a:gd name="connsiteY61" fmla="*/ 438648 h 874716"/>
              <a:gd name="connsiteX62" fmla="*/ 4677655 w 6858001"/>
              <a:gd name="connsiteY62" fmla="*/ 430646 h 874716"/>
              <a:gd name="connsiteX63" fmla="*/ 4767764 w 6858001"/>
              <a:gd name="connsiteY63" fmla="*/ 420739 h 874716"/>
              <a:gd name="connsiteX64" fmla="*/ 4828916 w 6858001"/>
              <a:gd name="connsiteY64" fmla="*/ 434266 h 874716"/>
              <a:gd name="connsiteX65" fmla="*/ 4912168 w 6858001"/>
              <a:gd name="connsiteY65" fmla="*/ 462271 h 874716"/>
              <a:gd name="connsiteX66" fmla="*/ 4987037 w 6858001"/>
              <a:gd name="connsiteY66" fmla="*/ 485703 h 874716"/>
              <a:gd name="connsiteX67" fmla="*/ 5041521 w 6858001"/>
              <a:gd name="connsiteY67" fmla="*/ 512182 h 874716"/>
              <a:gd name="connsiteX68" fmla="*/ 5166113 w 6858001"/>
              <a:gd name="connsiteY68" fmla="*/ 531615 h 874716"/>
              <a:gd name="connsiteX69" fmla="*/ 5179067 w 6858001"/>
              <a:gd name="connsiteY69" fmla="*/ 534853 h 874716"/>
              <a:gd name="connsiteX70" fmla="*/ 5272796 w 6858001"/>
              <a:gd name="connsiteY70" fmla="*/ 511230 h 874716"/>
              <a:gd name="connsiteX71" fmla="*/ 5385384 w 6858001"/>
              <a:gd name="connsiteY71" fmla="*/ 487227 h 874716"/>
              <a:gd name="connsiteX72" fmla="*/ 5425582 w 6858001"/>
              <a:gd name="connsiteY72" fmla="*/ 495418 h 874716"/>
              <a:gd name="connsiteX73" fmla="*/ 5480637 w 6858001"/>
              <a:gd name="connsiteY73" fmla="*/ 507040 h 874716"/>
              <a:gd name="connsiteX74" fmla="*/ 5531693 w 6858001"/>
              <a:gd name="connsiteY74" fmla="*/ 500944 h 874716"/>
              <a:gd name="connsiteX75" fmla="*/ 5562746 w 6858001"/>
              <a:gd name="connsiteY75" fmla="*/ 500372 h 874716"/>
              <a:gd name="connsiteX76" fmla="*/ 5704483 w 6858001"/>
              <a:gd name="connsiteY76" fmla="*/ 571620 h 874716"/>
              <a:gd name="connsiteX77" fmla="*/ 5740488 w 6858001"/>
              <a:gd name="connsiteY77" fmla="*/ 577526 h 874716"/>
              <a:gd name="connsiteX78" fmla="*/ 5760873 w 6858001"/>
              <a:gd name="connsiteY78" fmla="*/ 586291 h 874716"/>
              <a:gd name="connsiteX79" fmla="*/ 5883751 w 6858001"/>
              <a:gd name="connsiteY79" fmla="*/ 674686 h 874716"/>
              <a:gd name="connsiteX80" fmla="*/ 5935949 w 6858001"/>
              <a:gd name="connsiteY80" fmla="*/ 692592 h 874716"/>
              <a:gd name="connsiteX81" fmla="*/ 5993291 w 6858001"/>
              <a:gd name="connsiteY81" fmla="*/ 688972 h 874716"/>
              <a:gd name="connsiteX82" fmla="*/ 6026440 w 6858001"/>
              <a:gd name="connsiteY82" fmla="*/ 682496 h 874716"/>
              <a:gd name="connsiteX83" fmla="*/ 6108738 w 6858001"/>
              <a:gd name="connsiteY83" fmla="*/ 626296 h 874716"/>
              <a:gd name="connsiteX84" fmla="*/ 6155602 w 6858001"/>
              <a:gd name="connsiteY84" fmla="*/ 628202 h 874716"/>
              <a:gd name="connsiteX85" fmla="*/ 6228756 w 6858001"/>
              <a:gd name="connsiteY85" fmla="*/ 666873 h 874716"/>
              <a:gd name="connsiteX86" fmla="*/ 6361539 w 6858001"/>
              <a:gd name="connsiteY86" fmla="*/ 684210 h 874716"/>
              <a:gd name="connsiteX87" fmla="*/ 6428979 w 6858001"/>
              <a:gd name="connsiteY87" fmla="*/ 630106 h 874716"/>
              <a:gd name="connsiteX88" fmla="*/ 6463840 w 6858001"/>
              <a:gd name="connsiteY88" fmla="*/ 578098 h 874716"/>
              <a:gd name="connsiteX89" fmla="*/ 6564620 w 6858001"/>
              <a:gd name="connsiteY89" fmla="*/ 517708 h 874716"/>
              <a:gd name="connsiteX90" fmla="*/ 6588625 w 6858001"/>
              <a:gd name="connsiteY90" fmla="*/ 540187 h 874716"/>
              <a:gd name="connsiteX91" fmla="*/ 6662541 w 6858001"/>
              <a:gd name="connsiteY91" fmla="*/ 549714 h 874716"/>
              <a:gd name="connsiteX92" fmla="*/ 6742552 w 6858001"/>
              <a:gd name="connsiteY92" fmla="*/ 548952 h 874716"/>
              <a:gd name="connsiteX93" fmla="*/ 6812063 w 6858001"/>
              <a:gd name="connsiteY93" fmla="*/ 568430 h 874716"/>
              <a:gd name="connsiteX94" fmla="*/ 6858001 w 6858001"/>
              <a:gd name="connsiteY94" fmla="*/ 562267 h 874716"/>
              <a:gd name="connsiteX95" fmla="*/ 6858001 w 6858001"/>
              <a:gd name="connsiteY95" fmla="*/ 734520 h 874716"/>
              <a:gd name="connsiteX96" fmla="*/ 6815516 w 6858001"/>
              <a:gd name="connsiteY96" fmla="*/ 744220 h 874716"/>
              <a:gd name="connsiteX97" fmla="*/ 6748458 w 6858001"/>
              <a:gd name="connsiteY97" fmla="*/ 763271 h 874716"/>
              <a:gd name="connsiteX98" fmla="*/ 6584812 w 6858001"/>
              <a:gd name="connsiteY98" fmla="*/ 784797 h 874716"/>
              <a:gd name="connsiteX99" fmla="*/ 6415833 w 6858001"/>
              <a:gd name="connsiteY99" fmla="*/ 805562 h 874716"/>
              <a:gd name="connsiteX100" fmla="*/ 6323058 w 6858001"/>
              <a:gd name="connsiteY100" fmla="*/ 812420 h 874716"/>
              <a:gd name="connsiteX101" fmla="*/ 6242093 w 6858001"/>
              <a:gd name="connsiteY101" fmla="*/ 823281 h 874716"/>
              <a:gd name="connsiteX102" fmla="*/ 6171605 w 6858001"/>
              <a:gd name="connsiteY102" fmla="*/ 830139 h 874716"/>
              <a:gd name="connsiteX103" fmla="*/ 6059397 w 6858001"/>
              <a:gd name="connsiteY103" fmla="*/ 844045 h 874716"/>
              <a:gd name="connsiteX104" fmla="*/ 6012723 w 6858001"/>
              <a:gd name="connsiteY104" fmla="*/ 847665 h 874716"/>
              <a:gd name="connsiteX105" fmla="*/ 5902610 w 6858001"/>
              <a:gd name="connsiteY105" fmla="*/ 847473 h 874716"/>
              <a:gd name="connsiteX106" fmla="*/ 5864318 w 6858001"/>
              <a:gd name="connsiteY106" fmla="*/ 845569 h 874716"/>
              <a:gd name="connsiteX107" fmla="*/ 5790592 w 6858001"/>
              <a:gd name="connsiteY107" fmla="*/ 821947 h 874716"/>
              <a:gd name="connsiteX108" fmla="*/ 5781830 w 6858001"/>
              <a:gd name="connsiteY108" fmla="*/ 820233 h 874716"/>
              <a:gd name="connsiteX109" fmla="*/ 5733440 w 6858001"/>
              <a:gd name="connsiteY109" fmla="*/ 810896 h 874716"/>
              <a:gd name="connsiteX110" fmla="*/ 5706959 w 6858001"/>
              <a:gd name="connsiteY110" fmla="*/ 807848 h 874716"/>
              <a:gd name="connsiteX111" fmla="*/ 5606372 w 6858001"/>
              <a:gd name="connsiteY111" fmla="*/ 788417 h 874716"/>
              <a:gd name="connsiteX112" fmla="*/ 5548460 w 6858001"/>
              <a:gd name="connsiteY112" fmla="*/ 779273 h 874716"/>
              <a:gd name="connsiteX113" fmla="*/ 5501594 w 6858001"/>
              <a:gd name="connsiteY113" fmla="*/ 780607 h 874716"/>
              <a:gd name="connsiteX114" fmla="*/ 5419295 w 6858001"/>
              <a:gd name="connsiteY114" fmla="*/ 782321 h 874716"/>
              <a:gd name="connsiteX115" fmla="*/ 5393005 w 6858001"/>
              <a:gd name="connsiteY115" fmla="*/ 786703 h 874716"/>
              <a:gd name="connsiteX116" fmla="*/ 5274129 w 6858001"/>
              <a:gd name="connsiteY116" fmla="*/ 774129 h 874716"/>
              <a:gd name="connsiteX117" fmla="*/ 5206308 w 6858001"/>
              <a:gd name="connsiteY117" fmla="*/ 773177 h 874716"/>
              <a:gd name="connsiteX118" fmla="*/ 5129916 w 6858001"/>
              <a:gd name="connsiteY118" fmla="*/ 757554 h 874716"/>
              <a:gd name="connsiteX119" fmla="*/ 5107627 w 6858001"/>
              <a:gd name="connsiteY119" fmla="*/ 758316 h 874716"/>
              <a:gd name="connsiteX120" fmla="*/ 5082670 w 6858001"/>
              <a:gd name="connsiteY120" fmla="*/ 759651 h 874716"/>
              <a:gd name="connsiteX121" fmla="*/ 5006086 w 6858001"/>
              <a:gd name="connsiteY121" fmla="*/ 760795 h 874716"/>
              <a:gd name="connsiteX122" fmla="*/ 4959602 w 6858001"/>
              <a:gd name="connsiteY122" fmla="*/ 766509 h 874716"/>
              <a:gd name="connsiteX123" fmla="*/ 4871019 w 6858001"/>
              <a:gd name="connsiteY123" fmla="*/ 763081 h 874716"/>
              <a:gd name="connsiteX124" fmla="*/ 4838250 w 6858001"/>
              <a:gd name="connsiteY124" fmla="*/ 768033 h 874716"/>
              <a:gd name="connsiteX125" fmla="*/ 4755381 w 6858001"/>
              <a:gd name="connsiteY125" fmla="*/ 768605 h 874716"/>
              <a:gd name="connsiteX126" fmla="*/ 4681083 w 6858001"/>
              <a:gd name="connsiteY126" fmla="*/ 765747 h 874716"/>
              <a:gd name="connsiteX127" fmla="*/ 4609452 w 6858001"/>
              <a:gd name="connsiteY127" fmla="*/ 767271 h 874716"/>
              <a:gd name="connsiteX128" fmla="*/ 4558207 w 6858001"/>
              <a:gd name="connsiteY128" fmla="*/ 773557 h 874716"/>
              <a:gd name="connsiteX129" fmla="*/ 4502579 w 6858001"/>
              <a:gd name="connsiteY129" fmla="*/ 777367 h 874716"/>
              <a:gd name="connsiteX130" fmla="*/ 4349222 w 6858001"/>
              <a:gd name="connsiteY130" fmla="*/ 800038 h 874716"/>
              <a:gd name="connsiteX131" fmla="*/ 4320837 w 6858001"/>
              <a:gd name="connsiteY131" fmla="*/ 794514 h 874716"/>
              <a:gd name="connsiteX132" fmla="*/ 4159667 w 6858001"/>
              <a:gd name="connsiteY132" fmla="*/ 789370 h 874716"/>
              <a:gd name="connsiteX133" fmla="*/ 4124614 w 6858001"/>
              <a:gd name="connsiteY133" fmla="*/ 789752 h 874716"/>
              <a:gd name="connsiteX134" fmla="*/ 4030503 w 6858001"/>
              <a:gd name="connsiteY134" fmla="*/ 767271 h 874716"/>
              <a:gd name="connsiteX135" fmla="*/ 3885338 w 6858001"/>
              <a:gd name="connsiteY135" fmla="*/ 802896 h 874716"/>
              <a:gd name="connsiteX136" fmla="*/ 3749506 w 6858001"/>
              <a:gd name="connsiteY136" fmla="*/ 847473 h 874716"/>
              <a:gd name="connsiteX137" fmla="*/ 3732361 w 6858001"/>
              <a:gd name="connsiteY137" fmla="*/ 853190 h 874716"/>
              <a:gd name="connsiteX138" fmla="*/ 3683591 w 6858001"/>
              <a:gd name="connsiteY138" fmla="*/ 862906 h 874716"/>
              <a:gd name="connsiteX139" fmla="*/ 3623201 w 6858001"/>
              <a:gd name="connsiteY139" fmla="*/ 866334 h 874716"/>
              <a:gd name="connsiteX140" fmla="*/ 3546617 w 6858001"/>
              <a:gd name="connsiteY140" fmla="*/ 874716 h 874716"/>
              <a:gd name="connsiteX141" fmla="*/ 3485275 w 6858001"/>
              <a:gd name="connsiteY141" fmla="*/ 864238 h 874716"/>
              <a:gd name="connsiteX142" fmla="*/ 3399546 w 6858001"/>
              <a:gd name="connsiteY142" fmla="*/ 848618 h 874716"/>
              <a:gd name="connsiteX143" fmla="*/ 3318771 w 6858001"/>
              <a:gd name="connsiteY143" fmla="*/ 833757 h 874716"/>
              <a:gd name="connsiteX144" fmla="*/ 3293244 w 6858001"/>
              <a:gd name="connsiteY144" fmla="*/ 851284 h 874716"/>
              <a:gd name="connsiteX145" fmla="*/ 3253809 w 6858001"/>
              <a:gd name="connsiteY145" fmla="*/ 866524 h 874716"/>
              <a:gd name="connsiteX146" fmla="*/ 3209993 w 6858001"/>
              <a:gd name="connsiteY146" fmla="*/ 848235 h 874716"/>
              <a:gd name="connsiteX147" fmla="*/ 3107500 w 6858001"/>
              <a:gd name="connsiteY147" fmla="*/ 810326 h 874716"/>
              <a:gd name="connsiteX148" fmla="*/ 3042728 w 6858001"/>
              <a:gd name="connsiteY148" fmla="*/ 808610 h 874716"/>
              <a:gd name="connsiteX149" fmla="*/ 2901943 w 6858001"/>
              <a:gd name="connsiteY149" fmla="*/ 792418 h 874716"/>
              <a:gd name="connsiteX150" fmla="*/ 2809930 w 6858001"/>
              <a:gd name="connsiteY150" fmla="*/ 769367 h 874716"/>
              <a:gd name="connsiteX151" fmla="*/ 2743826 w 6858001"/>
              <a:gd name="connsiteY151" fmla="*/ 743268 h 874716"/>
              <a:gd name="connsiteX152" fmla="*/ 2649143 w 6858001"/>
              <a:gd name="connsiteY152" fmla="*/ 709167 h 874716"/>
              <a:gd name="connsiteX153" fmla="*/ 2554079 w 6858001"/>
              <a:gd name="connsiteY153" fmla="*/ 691450 h 874716"/>
              <a:gd name="connsiteX154" fmla="*/ 2485307 w 6858001"/>
              <a:gd name="connsiteY154" fmla="*/ 669160 h 874716"/>
              <a:gd name="connsiteX155" fmla="*/ 2401292 w 6858001"/>
              <a:gd name="connsiteY155" fmla="*/ 653919 h 874716"/>
              <a:gd name="connsiteX156" fmla="*/ 2330806 w 6858001"/>
              <a:gd name="connsiteY156" fmla="*/ 653349 h 874716"/>
              <a:gd name="connsiteX157" fmla="*/ 2220312 w 6858001"/>
              <a:gd name="connsiteY157" fmla="*/ 656015 h 874716"/>
              <a:gd name="connsiteX158" fmla="*/ 2085054 w 6858001"/>
              <a:gd name="connsiteY158" fmla="*/ 609914 h 874716"/>
              <a:gd name="connsiteX159" fmla="*/ 2030378 w 6858001"/>
              <a:gd name="connsiteY159" fmla="*/ 599625 h 874716"/>
              <a:gd name="connsiteX160" fmla="*/ 1978940 w 6858001"/>
              <a:gd name="connsiteY160" fmla="*/ 594863 h 874716"/>
              <a:gd name="connsiteX161" fmla="*/ 1869780 w 6858001"/>
              <a:gd name="connsiteY161" fmla="*/ 564192 h 874716"/>
              <a:gd name="connsiteX162" fmla="*/ 1825393 w 6858001"/>
              <a:gd name="connsiteY162" fmla="*/ 554094 h 874716"/>
              <a:gd name="connsiteX163" fmla="*/ 1763287 w 6858001"/>
              <a:gd name="connsiteY163" fmla="*/ 554286 h 874716"/>
              <a:gd name="connsiteX164" fmla="*/ 1650317 w 6858001"/>
              <a:gd name="connsiteY164" fmla="*/ 540187 h 874716"/>
              <a:gd name="connsiteX165" fmla="*/ 1537537 w 6858001"/>
              <a:gd name="connsiteY165" fmla="*/ 499038 h 874716"/>
              <a:gd name="connsiteX166" fmla="*/ 1489720 w 6858001"/>
              <a:gd name="connsiteY166" fmla="*/ 503038 h 874716"/>
              <a:gd name="connsiteX167" fmla="*/ 1472575 w 6858001"/>
              <a:gd name="connsiteY167" fmla="*/ 502086 h 874716"/>
              <a:gd name="connsiteX168" fmla="*/ 1318456 w 6858001"/>
              <a:gd name="connsiteY168" fmla="*/ 479415 h 874716"/>
              <a:gd name="connsiteX169" fmla="*/ 1303024 w 6858001"/>
              <a:gd name="connsiteY169" fmla="*/ 476939 h 874716"/>
              <a:gd name="connsiteX170" fmla="*/ 1230633 w 6858001"/>
              <a:gd name="connsiteY170" fmla="*/ 456746 h 874716"/>
              <a:gd name="connsiteX171" fmla="*/ 1048125 w 6858001"/>
              <a:gd name="connsiteY171" fmla="*/ 444172 h 874716"/>
              <a:gd name="connsiteX172" fmla="*/ 1036887 w 6858001"/>
              <a:gd name="connsiteY172" fmla="*/ 442648 h 874716"/>
              <a:gd name="connsiteX173" fmla="*/ 975733 w 6858001"/>
              <a:gd name="connsiteY173" fmla="*/ 452744 h 874716"/>
              <a:gd name="connsiteX174" fmla="*/ 945444 w 6858001"/>
              <a:gd name="connsiteY174" fmla="*/ 467033 h 874716"/>
              <a:gd name="connsiteX175" fmla="*/ 898198 w 6858001"/>
              <a:gd name="connsiteY175" fmla="*/ 481893 h 874716"/>
              <a:gd name="connsiteX176" fmla="*/ 850189 w 6858001"/>
              <a:gd name="connsiteY176" fmla="*/ 487417 h 874716"/>
              <a:gd name="connsiteX177" fmla="*/ 769605 w 6858001"/>
              <a:gd name="connsiteY177" fmla="*/ 464937 h 874716"/>
              <a:gd name="connsiteX178" fmla="*/ 740268 w 6858001"/>
              <a:gd name="connsiteY178" fmla="*/ 462651 h 874716"/>
              <a:gd name="connsiteX179" fmla="*/ 674923 w 6858001"/>
              <a:gd name="connsiteY179" fmla="*/ 451792 h 874716"/>
              <a:gd name="connsiteX180" fmla="*/ 617772 w 6858001"/>
              <a:gd name="connsiteY180" fmla="*/ 452554 h 874716"/>
              <a:gd name="connsiteX181" fmla="*/ 571860 w 6858001"/>
              <a:gd name="connsiteY181" fmla="*/ 469891 h 874716"/>
              <a:gd name="connsiteX182" fmla="*/ 505182 w 6858001"/>
              <a:gd name="connsiteY182" fmla="*/ 473319 h 874716"/>
              <a:gd name="connsiteX183" fmla="*/ 462126 w 6858001"/>
              <a:gd name="connsiteY183" fmla="*/ 460747 h 874716"/>
              <a:gd name="connsiteX184" fmla="*/ 453364 w 6858001"/>
              <a:gd name="connsiteY184" fmla="*/ 459033 h 874716"/>
              <a:gd name="connsiteX185" fmla="*/ 340774 w 6858001"/>
              <a:gd name="connsiteY185" fmla="*/ 458268 h 874716"/>
              <a:gd name="connsiteX186" fmla="*/ 200182 w 6858001"/>
              <a:gd name="connsiteY186" fmla="*/ 496180 h 874716"/>
              <a:gd name="connsiteX187" fmla="*/ 176939 w 6858001"/>
              <a:gd name="connsiteY187" fmla="*/ 504182 h 874716"/>
              <a:gd name="connsiteX188" fmla="*/ 63587 w 6858001"/>
              <a:gd name="connsiteY188" fmla="*/ 518088 h 874716"/>
              <a:gd name="connsiteX189" fmla="*/ 2817 w 6858001"/>
              <a:gd name="connsiteY189" fmla="*/ 532187 h 874716"/>
              <a:gd name="connsiteX190" fmla="*/ 0 w 6858001"/>
              <a:gd name="connsiteY190" fmla="*/ 533314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6858001" h="874716">
                <a:moveTo>
                  <a:pt x="0" y="533314"/>
                </a:moveTo>
                <a:lnTo>
                  <a:pt x="0" y="69206"/>
                </a:lnTo>
                <a:lnTo>
                  <a:pt x="21486" y="71924"/>
                </a:lnTo>
                <a:cubicBezTo>
                  <a:pt x="92546" y="60493"/>
                  <a:pt x="159604" y="87354"/>
                  <a:pt x="228948" y="88116"/>
                </a:cubicBezTo>
                <a:cubicBezTo>
                  <a:pt x="260382" y="88496"/>
                  <a:pt x="291435" y="94592"/>
                  <a:pt x="313533" y="62779"/>
                </a:cubicBezTo>
                <a:cubicBezTo>
                  <a:pt x="316389" y="58587"/>
                  <a:pt x="330298" y="60873"/>
                  <a:pt x="338870" y="62207"/>
                </a:cubicBezTo>
                <a:cubicBezTo>
                  <a:pt x="357921" y="65066"/>
                  <a:pt x="376781" y="72304"/>
                  <a:pt x="395640" y="72114"/>
                </a:cubicBezTo>
                <a:cubicBezTo>
                  <a:pt x="434695" y="71924"/>
                  <a:pt x="473939" y="68876"/>
                  <a:pt x="512802" y="65446"/>
                </a:cubicBezTo>
                <a:cubicBezTo>
                  <a:pt x="527470" y="64112"/>
                  <a:pt x="541569" y="58969"/>
                  <a:pt x="556047" y="55349"/>
                </a:cubicBezTo>
                <a:cubicBezTo>
                  <a:pt x="564048" y="53253"/>
                  <a:pt x="572622" y="47729"/>
                  <a:pt x="580050" y="48871"/>
                </a:cubicBezTo>
                <a:cubicBezTo>
                  <a:pt x="623106" y="55539"/>
                  <a:pt x="662541" y="39157"/>
                  <a:pt x="703308" y="30964"/>
                </a:cubicBezTo>
                <a:cubicBezTo>
                  <a:pt x="722169" y="27154"/>
                  <a:pt x="739886" y="18010"/>
                  <a:pt x="758174" y="11724"/>
                </a:cubicBezTo>
                <a:cubicBezTo>
                  <a:pt x="762936" y="10008"/>
                  <a:pt x="768271" y="8484"/>
                  <a:pt x="773035" y="8866"/>
                </a:cubicBezTo>
                <a:cubicBezTo>
                  <a:pt x="800276" y="11152"/>
                  <a:pt x="827329" y="14390"/>
                  <a:pt x="854379" y="16866"/>
                </a:cubicBezTo>
                <a:cubicBezTo>
                  <a:pt x="878956" y="19152"/>
                  <a:pt x="903722" y="19914"/>
                  <a:pt x="915343" y="47919"/>
                </a:cubicBezTo>
                <a:cubicBezTo>
                  <a:pt x="917059" y="52301"/>
                  <a:pt x="922773" y="55539"/>
                  <a:pt x="927155" y="58397"/>
                </a:cubicBezTo>
                <a:cubicBezTo>
                  <a:pt x="994785" y="102405"/>
                  <a:pt x="1030980" y="101261"/>
                  <a:pt x="1097087" y="54777"/>
                </a:cubicBezTo>
                <a:cubicBezTo>
                  <a:pt x="1103945" y="50015"/>
                  <a:pt x="1118613" y="46585"/>
                  <a:pt x="1123185" y="50395"/>
                </a:cubicBezTo>
                <a:cubicBezTo>
                  <a:pt x="1162049" y="82020"/>
                  <a:pt x="1204532" y="78590"/>
                  <a:pt x="1249302" y="68684"/>
                </a:cubicBezTo>
                <a:cubicBezTo>
                  <a:pt x="1260922" y="66018"/>
                  <a:pt x="1277307" y="66018"/>
                  <a:pt x="1286069" y="72304"/>
                </a:cubicBezTo>
                <a:cubicBezTo>
                  <a:pt x="1327790" y="101451"/>
                  <a:pt x="1372560" y="97261"/>
                  <a:pt x="1417899" y="88688"/>
                </a:cubicBezTo>
                <a:cubicBezTo>
                  <a:pt x="1424948" y="87354"/>
                  <a:pt x="1433522" y="80114"/>
                  <a:pt x="1436568" y="73448"/>
                </a:cubicBezTo>
                <a:cubicBezTo>
                  <a:pt x="1447428" y="49825"/>
                  <a:pt x="1467813" y="41823"/>
                  <a:pt x="1490292" y="35154"/>
                </a:cubicBezTo>
                <a:cubicBezTo>
                  <a:pt x="1525727" y="24296"/>
                  <a:pt x="1560588" y="11532"/>
                  <a:pt x="1596213" y="1245"/>
                </a:cubicBezTo>
                <a:cubicBezTo>
                  <a:pt x="1604978" y="-1231"/>
                  <a:pt x="1615836" y="293"/>
                  <a:pt x="1624980" y="3150"/>
                </a:cubicBezTo>
                <a:cubicBezTo>
                  <a:pt x="1656223" y="12866"/>
                  <a:pt x="1676036" y="37251"/>
                  <a:pt x="1697753" y="59731"/>
                </a:cubicBezTo>
                <a:cubicBezTo>
                  <a:pt x="1707279" y="69638"/>
                  <a:pt x="1720423" y="76686"/>
                  <a:pt x="1733188" y="82400"/>
                </a:cubicBezTo>
                <a:cubicBezTo>
                  <a:pt x="1766335" y="97071"/>
                  <a:pt x="1800246" y="110215"/>
                  <a:pt x="1833775" y="124121"/>
                </a:cubicBezTo>
                <a:cubicBezTo>
                  <a:pt x="1837013" y="125455"/>
                  <a:pt x="1839679" y="128884"/>
                  <a:pt x="1842158" y="131742"/>
                </a:cubicBezTo>
                <a:cubicBezTo>
                  <a:pt x="1866922" y="161843"/>
                  <a:pt x="1891497" y="192132"/>
                  <a:pt x="1916454" y="222233"/>
                </a:cubicBezTo>
                <a:cubicBezTo>
                  <a:pt x="1921216" y="227947"/>
                  <a:pt x="1928076" y="232139"/>
                  <a:pt x="1933219" y="237663"/>
                </a:cubicBezTo>
                <a:cubicBezTo>
                  <a:pt x="1940459" y="245283"/>
                  <a:pt x="1949603" y="252524"/>
                  <a:pt x="1953413" y="261668"/>
                </a:cubicBezTo>
                <a:cubicBezTo>
                  <a:pt x="1965224" y="290433"/>
                  <a:pt x="1987894" y="302817"/>
                  <a:pt x="2016469" y="308151"/>
                </a:cubicBezTo>
                <a:cubicBezTo>
                  <a:pt x="2042570" y="313104"/>
                  <a:pt x="2068669" y="317296"/>
                  <a:pt x="2094578" y="323010"/>
                </a:cubicBezTo>
                <a:cubicBezTo>
                  <a:pt x="2126201" y="329868"/>
                  <a:pt x="2157636" y="337298"/>
                  <a:pt x="2188879" y="345681"/>
                </a:cubicBezTo>
                <a:cubicBezTo>
                  <a:pt x="2202404" y="349301"/>
                  <a:pt x="2216692" y="353491"/>
                  <a:pt x="2228314" y="360921"/>
                </a:cubicBezTo>
                <a:cubicBezTo>
                  <a:pt x="2260890" y="381496"/>
                  <a:pt x="2295753" y="395402"/>
                  <a:pt x="2334044" y="389878"/>
                </a:cubicBezTo>
                <a:cubicBezTo>
                  <a:pt x="2364715" y="385496"/>
                  <a:pt x="2390434" y="396736"/>
                  <a:pt x="2409485" y="414263"/>
                </a:cubicBezTo>
                <a:cubicBezTo>
                  <a:pt x="2444158" y="446078"/>
                  <a:pt x="2481305" y="438838"/>
                  <a:pt x="2518264" y="428552"/>
                </a:cubicBezTo>
                <a:cubicBezTo>
                  <a:pt x="2537315" y="423217"/>
                  <a:pt x="2552935" y="423979"/>
                  <a:pt x="2571034" y="429122"/>
                </a:cubicBezTo>
                <a:cubicBezTo>
                  <a:pt x="2612945" y="441124"/>
                  <a:pt x="2640950" y="473701"/>
                  <a:pt x="2668001" y="502276"/>
                </a:cubicBezTo>
                <a:cubicBezTo>
                  <a:pt x="2691054" y="526661"/>
                  <a:pt x="2716963" y="540377"/>
                  <a:pt x="2745348" y="550666"/>
                </a:cubicBezTo>
                <a:cubicBezTo>
                  <a:pt x="2781163" y="563810"/>
                  <a:pt x="2809548" y="558858"/>
                  <a:pt x="2826694" y="527233"/>
                </a:cubicBezTo>
                <a:cubicBezTo>
                  <a:pt x="2831457" y="518278"/>
                  <a:pt x="2839839" y="507800"/>
                  <a:pt x="2848793" y="505134"/>
                </a:cubicBezTo>
                <a:cubicBezTo>
                  <a:pt x="2892037" y="491800"/>
                  <a:pt x="2935854" y="472367"/>
                  <a:pt x="2982148" y="484179"/>
                </a:cubicBezTo>
                <a:cubicBezTo>
                  <a:pt x="3046158" y="500372"/>
                  <a:pt x="3108644" y="499420"/>
                  <a:pt x="3172654" y="483417"/>
                </a:cubicBezTo>
                <a:cubicBezTo>
                  <a:pt x="3276480" y="457508"/>
                  <a:pt x="3380305" y="430076"/>
                  <a:pt x="3489467" y="435790"/>
                </a:cubicBezTo>
                <a:cubicBezTo>
                  <a:pt x="3507563" y="436742"/>
                  <a:pt x="3529090" y="425121"/>
                  <a:pt x="3544713" y="413691"/>
                </a:cubicBezTo>
                <a:cubicBezTo>
                  <a:pt x="3574622" y="391974"/>
                  <a:pt x="3573288" y="390258"/>
                  <a:pt x="3606817" y="408167"/>
                </a:cubicBezTo>
                <a:cubicBezTo>
                  <a:pt x="3614819" y="412549"/>
                  <a:pt x="3624725" y="415215"/>
                  <a:pt x="3630632" y="421693"/>
                </a:cubicBezTo>
                <a:cubicBezTo>
                  <a:pt x="3660731" y="454650"/>
                  <a:pt x="3697880" y="446648"/>
                  <a:pt x="3734837" y="441886"/>
                </a:cubicBezTo>
                <a:cubicBezTo>
                  <a:pt x="3741315" y="440934"/>
                  <a:pt x="3749125" y="439600"/>
                  <a:pt x="3754652" y="442268"/>
                </a:cubicBezTo>
                <a:cubicBezTo>
                  <a:pt x="3779607" y="454268"/>
                  <a:pt x="3800753" y="450078"/>
                  <a:pt x="3822472" y="433694"/>
                </a:cubicBezTo>
                <a:cubicBezTo>
                  <a:pt x="3841331" y="419597"/>
                  <a:pt x="3863049" y="411215"/>
                  <a:pt x="3885338" y="428742"/>
                </a:cubicBezTo>
                <a:cubicBezTo>
                  <a:pt x="3934870" y="467605"/>
                  <a:pt x="3987829" y="469509"/>
                  <a:pt x="4043839" y="444934"/>
                </a:cubicBezTo>
                <a:cubicBezTo>
                  <a:pt x="4083845" y="427407"/>
                  <a:pt x="4123280" y="423407"/>
                  <a:pt x="4165383" y="441124"/>
                </a:cubicBezTo>
                <a:cubicBezTo>
                  <a:pt x="4181576" y="447982"/>
                  <a:pt x="4202531" y="443410"/>
                  <a:pt x="4221391" y="444934"/>
                </a:cubicBezTo>
                <a:cubicBezTo>
                  <a:pt x="4232060" y="445696"/>
                  <a:pt x="4243872" y="445886"/>
                  <a:pt x="4253014" y="450650"/>
                </a:cubicBezTo>
                <a:cubicBezTo>
                  <a:pt x="4277401" y="462843"/>
                  <a:pt x="4300070" y="478463"/>
                  <a:pt x="4324645" y="490466"/>
                </a:cubicBezTo>
                <a:cubicBezTo>
                  <a:pt x="4336457" y="496180"/>
                  <a:pt x="4350554" y="499228"/>
                  <a:pt x="4363890" y="499420"/>
                </a:cubicBezTo>
                <a:cubicBezTo>
                  <a:pt x="4403325" y="500372"/>
                  <a:pt x="4442761" y="500372"/>
                  <a:pt x="4482004" y="498658"/>
                </a:cubicBezTo>
                <a:cubicBezTo>
                  <a:pt x="4546776" y="495990"/>
                  <a:pt x="4612500" y="495418"/>
                  <a:pt x="4659174" y="438648"/>
                </a:cubicBezTo>
                <a:cubicBezTo>
                  <a:pt x="4662986" y="434076"/>
                  <a:pt x="4671176" y="431408"/>
                  <a:pt x="4677655" y="430646"/>
                </a:cubicBezTo>
                <a:cubicBezTo>
                  <a:pt x="4707564" y="427027"/>
                  <a:pt x="4738235" y="426645"/>
                  <a:pt x="4767764" y="420739"/>
                </a:cubicBezTo>
                <a:cubicBezTo>
                  <a:pt x="4791386" y="415977"/>
                  <a:pt x="4811009" y="417501"/>
                  <a:pt x="4828916" y="434266"/>
                </a:cubicBezTo>
                <a:cubicBezTo>
                  <a:pt x="4852348" y="456364"/>
                  <a:pt x="4880925" y="469319"/>
                  <a:pt x="4912168" y="462271"/>
                </a:cubicBezTo>
                <a:cubicBezTo>
                  <a:pt x="4943409" y="455412"/>
                  <a:pt x="4963984" y="470271"/>
                  <a:pt x="4987037" y="485703"/>
                </a:cubicBezTo>
                <a:cubicBezTo>
                  <a:pt x="5003801" y="496942"/>
                  <a:pt x="5022852" y="511040"/>
                  <a:pt x="5041521" y="512182"/>
                </a:cubicBezTo>
                <a:cubicBezTo>
                  <a:pt x="5083814" y="514658"/>
                  <a:pt x="5120201" y="553904"/>
                  <a:pt x="5166113" y="531615"/>
                </a:cubicBezTo>
                <a:cubicBezTo>
                  <a:pt x="5169161" y="530091"/>
                  <a:pt x="5174685" y="533901"/>
                  <a:pt x="5179067" y="534853"/>
                </a:cubicBezTo>
                <a:cubicBezTo>
                  <a:pt x="5214121" y="542093"/>
                  <a:pt x="5247078" y="535043"/>
                  <a:pt x="5272796" y="511230"/>
                </a:cubicBezTo>
                <a:cubicBezTo>
                  <a:pt x="5306516" y="480177"/>
                  <a:pt x="5343855" y="477129"/>
                  <a:pt x="5385384" y="487227"/>
                </a:cubicBezTo>
                <a:cubicBezTo>
                  <a:pt x="5398721" y="490466"/>
                  <a:pt x="5412057" y="492752"/>
                  <a:pt x="5425582" y="495418"/>
                </a:cubicBezTo>
                <a:cubicBezTo>
                  <a:pt x="5443870" y="499228"/>
                  <a:pt x="5462351" y="503230"/>
                  <a:pt x="5480637" y="507040"/>
                </a:cubicBezTo>
                <a:cubicBezTo>
                  <a:pt x="5498356" y="510850"/>
                  <a:pt x="5517979" y="517326"/>
                  <a:pt x="5531693" y="500944"/>
                </a:cubicBezTo>
                <a:cubicBezTo>
                  <a:pt x="5543506" y="486845"/>
                  <a:pt x="5551888" y="488179"/>
                  <a:pt x="5562746" y="500372"/>
                </a:cubicBezTo>
                <a:cubicBezTo>
                  <a:pt x="5600467" y="543045"/>
                  <a:pt x="5646189" y="569716"/>
                  <a:pt x="5704483" y="571620"/>
                </a:cubicBezTo>
                <a:cubicBezTo>
                  <a:pt x="5716485" y="572002"/>
                  <a:pt x="5728678" y="574668"/>
                  <a:pt x="5740488" y="577526"/>
                </a:cubicBezTo>
                <a:cubicBezTo>
                  <a:pt x="5747728" y="579241"/>
                  <a:pt x="5756493" y="581147"/>
                  <a:pt x="5760873" y="586291"/>
                </a:cubicBezTo>
                <a:cubicBezTo>
                  <a:pt x="5794974" y="625534"/>
                  <a:pt x="5837457" y="652777"/>
                  <a:pt x="5883751" y="674686"/>
                </a:cubicBezTo>
                <a:cubicBezTo>
                  <a:pt x="5900323" y="682496"/>
                  <a:pt x="5918042" y="690306"/>
                  <a:pt x="5935949" y="692592"/>
                </a:cubicBezTo>
                <a:cubicBezTo>
                  <a:pt x="5954617" y="694878"/>
                  <a:pt x="5974240" y="691068"/>
                  <a:pt x="5993291" y="688972"/>
                </a:cubicBezTo>
                <a:cubicBezTo>
                  <a:pt x="6004531" y="687830"/>
                  <a:pt x="6017485" y="688020"/>
                  <a:pt x="6026440" y="682496"/>
                </a:cubicBezTo>
                <a:cubicBezTo>
                  <a:pt x="6054825" y="665159"/>
                  <a:pt x="6082258" y="646491"/>
                  <a:pt x="6108738" y="626296"/>
                </a:cubicBezTo>
                <a:cubicBezTo>
                  <a:pt x="6131409" y="608960"/>
                  <a:pt x="6135981" y="606483"/>
                  <a:pt x="6155602" y="628202"/>
                </a:cubicBezTo>
                <a:cubicBezTo>
                  <a:pt x="6175797" y="650491"/>
                  <a:pt x="6200944" y="662111"/>
                  <a:pt x="6228756" y="666873"/>
                </a:cubicBezTo>
                <a:cubicBezTo>
                  <a:pt x="6272764" y="674304"/>
                  <a:pt x="6317151" y="680590"/>
                  <a:pt x="6361539" y="684210"/>
                </a:cubicBezTo>
                <a:cubicBezTo>
                  <a:pt x="6401736" y="687448"/>
                  <a:pt x="6420977" y="669922"/>
                  <a:pt x="6428979" y="630106"/>
                </a:cubicBezTo>
                <a:cubicBezTo>
                  <a:pt x="6433551" y="608007"/>
                  <a:pt x="6439458" y="584003"/>
                  <a:pt x="6463840" y="578098"/>
                </a:cubicBezTo>
                <a:cubicBezTo>
                  <a:pt x="6503658" y="568572"/>
                  <a:pt x="6544997" y="564382"/>
                  <a:pt x="6564620" y="517708"/>
                </a:cubicBezTo>
                <a:cubicBezTo>
                  <a:pt x="6575478" y="527995"/>
                  <a:pt x="6582146" y="534091"/>
                  <a:pt x="6588625" y="540187"/>
                </a:cubicBezTo>
                <a:cubicBezTo>
                  <a:pt x="6606531" y="557142"/>
                  <a:pt x="6643678" y="564382"/>
                  <a:pt x="6662541" y="549714"/>
                </a:cubicBezTo>
                <a:cubicBezTo>
                  <a:pt x="6690354" y="528377"/>
                  <a:pt x="6715883" y="532377"/>
                  <a:pt x="6742552" y="548952"/>
                </a:cubicBezTo>
                <a:cubicBezTo>
                  <a:pt x="6764841" y="562668"/>
                  <a:pt x="6788417" y="567954"/>
                  <a:pt x="6812063" y="568430"/>
                </a:cubicBezTo>
                <a:lnTo>
                  <a:pt x="6858001" y="562267"/>
                </a:lnTo>
                <a:lnTo>
                  <a:pt x="6858001" y="734520"/>
                </a:lnTo>
                <a:lnTo>
                  <a:pt x="6815516" y="744220"/>
                </a:lnTo>
                <a:cubicBezTo>
                  <a:pt x="6793035" y="749744"/>
                  <a:pt x="6771319" y="759651"/>
                  <a:pt x="6748458" y="763271"/>
                </a:cubicBezTo>
                <a:cubicBezTo>
                  <a:pt x="6694164" y="771843"/>
                  <a:pt x="6639488" y="777939"/>
                  <a:pt x="6584812" y="784797"/>
                </a:cubicBezTo>
                <a:cubicBezTo>
                  <a:pt x="6528424" y="791846"/>
                  <a:pt x="6472225" y="799276"/>
                  <a:pt x="6415833" y="805562"/>
                </a:cubicBezTo>
                <a:cubicBezTo>
                  <a:pt x="6384972" y="808802"/>
                  <a:pt x="6353919" y="809372"/>
                  <a:pt x="6323058" y="812420"/>
                </a:cubicBezTo>
                <a:cubicBezTo>
                  <a:pt x="6296005" y="815088"/>
                  <a:pt x="6269144" y="820041"/>
                  <a:pt x="6242093" y="823281"/>
                </a:cubicBezTo>
                <a:cubicBezTo>
                  <a:pt x="6218660" y="825947"/>
                  <a:pt x="6195037" y="827471"/>
                  <a:pt x="6171605" y="830139"/>
                </a:cubicBezTo>
                <a:cubicBezTo>
                  <a:pt x="6134075" y="834519"/>
                  <a:pt x="6096736" y="839473"/>
                  <a:pt x="6059397" y="844045"/>
                </a:cubicBezTo>
                <a:cubicBezTo>
                  <a:pt x="6043776" y="845759"/>
                  <a:pt x="6027392" y="850522"/>
                  <a:pt x="6012723" y="847665"/>
                </a:cubicBezTo>
                <a:cubicBezTo>
                  <a:pt x="5975764" y="840425"/>
                  <a:pt x="5939377" y="842521"/>
                  <a:pt x="5902610" y="847473"/>
                </a:cubicBezTo>
                <a:cubicBezTo>
                  <a:pt x="5890037" y="849190"/>
                  <a:pt x="5876511" y="848808"/>
                  <a:pt x="5864318" y="845569"/>
                </a:cubicBezTo>
                <a:cubicBezTo>
                  <a:pt x="5839361" y="839091"/>
                  <a:pt x="5815169" y="829947"/>
                  <a:pt x="5790592" y="821947"/>
                </a:cubicBezTo>
                <a:cubicBezTo>
                  <a:pt x="5787924" y="820995"/>
                  <a:pt x="5784686" y="820803"/>
                  <a:pt x="5781830" y="820233"/>
                </a:cubicBezTo>
                <a:cubicBezTo>
                  <a:pt x="5765635" y="816992"/>
                  <a:pt x="5749634" y="813754"/>
                  <a:pt x="5733440" y="810896"/>
                </a:cubicBezTo>
                <a:cubicBezTo>
                  <a:pt x="5724678" y="809372"/>
                  <a:pt x="5715723" y="809182"/>
                  <a:pt x="5706959" y="807848"/>
                </a:cubicBezTo>
                <a:cubicBezTo>
                  <a:pt x="5673050" y="802514"/>
                  <a:pt x="5635711" y="811468"/>
                  <a:pt x="5606372" y="788417"/>
                </a:cubicBezTo>
                <a:cubicBezTo>
                  <a:pt x="5587321" y="773557"/>
                  <a:pt x="5568842" y="776987"/>
                  <a:pt x="5548460" y="779273"/>
                </a:cubicBezTo>
                <a:cubicBezTo>
                  <a:pt x="5533027" y="780987"/>
                  <a:pt x="5517215" y="780415"/>
                  <a:pt x="5501594" y="780607"/>
                </a:cubicBezTo>
                <a:cubicBezTo>
                  <a:pt x="5474161" y="781177"/>
                  <a:pt x="5446728" y="781369"/>
                  <a:pt x="5419295" y="782321"/>
                </a:cubicBezTo>
                <a:cubicBezTo>
                  <a:pt x="5410531" y="782701"/>
                  <a:pt x="5401579" y="787465"/>
                  <a:pt x="5393005" y="786703"/>
                </a:cubicBezTo>
                <a:cubicBezTo>
                  <a:pt x="5353379" y="783083"/>
                  <a:pt x="5313754" y="777367"/>
                  <a:pt x="5274129" y="774129"/>
                </a:cubicBezTo>
                <a:cubicBezTo>
                  <a:pt x="5251650" y="772225"/>
                  <a:pt x="5228597" y="775843"/>
                  <a:pt x="5206308" y="773177"/>
                </a:cubicBezTo>
                <a:cubicBezTo>
                  <a:pt x="5180591" y="770129"/>
                  <a:pt x="5155445" y="762319"/>
                  <a:pt x="5129916" y="757554"/>
                </a:cubicBezTo>
                <a:cubicBezTo>
                  <a:pt x="5122867" y="756222"/>
                  <a:pt x="5115057" y="757936"/>
                  <a:pt x="5107627" y="758316"/>
                </a:cubicBezTo>
                <a:cubicBezTo>
                  <a:pt x="5099245" y="758699"/>
                  <a:pt x="5091052" y="759461"/>
                  <a:pt x="5082670" y="759651"/>
                </a:cubicBezTo>
                <a:cubicBezTo>
                  <a:pt x="5057141" y="760033"/>
                  <a:pt x="5031614" y="759461"/>
                  <a:pt x="5006086" y="760795"/>
                </a:cubicBezTo>
                <a:cubicBezTo>
                  <a:pt x="4990465" y="761557"/>
                  <a:pt x="4974082" y="769367"/>
                  <a:pt x="4959602" y="766509"/>
                </a:cubicBezTo>
                <a:cubicBezTo>
                  <a:pt x="4930075" y="760985"/>
                  <a:pt x="4900546" y="773367"/>
                  <a:pt x="4871019" y="763081"/>
                </a:cubicBezTo>
                <a:cubicBezTo>
                  <a:pt x="4861873" y="760033"/>
                  <a:pt x="4849300" y="767653"/>
                  <a:pt x="4838250" y="768033"/>
                </a:cubicBezTo>
                <a:cubicBezTo>
                  <a:pt x="4810627" y="768985"/>
                  <a:pt x="4783004" y="768795"/>
                  <a:pt x="4755381" y="768605"/>
                </a:cubicBezTo>
                <a:cubicBezTo>
                  <a:pt x="4730614" y="768415"/>
                  <a:pt x="4704895" y="771081"/>
                  <a:pt x="4681083" y="765747"/>
                </a:cubicBezTo>
                <a:cubicBezTo>
                  <a:pt x="4656126" y="760033"/>
                  <a:pt x="4633647" y="760795"/>
                  <a:pt x="4609452" y="767271"/>
                </a:cubicBezTo>
                <a:cubicBezTo>
                  <a:pt x="4592878" y="771653"/>
                  <a:pt x="4575351" y="772225"/>
                  <a:pt x="4558207" y="773557"/>
                </a:cubicBezTo>
                <a:cubicBezTo>
                  <a:pt x="4539728" y="775081"/>
                  <a:pt x="4519343" y="771081"/>
                  <a:pt x="4502579" y="777367"/>
                </a:cubicBezTo>
                <a:cubicBezTo>
                  <a:pt x="4452665" y="796038"/>
                  <a:pt x="4401419" y="800038"/>
                  <a:pt x="4349222" y="800038"/>
                </a:cubicBezTo>
                <a:cubicBezTo>
                  <a:pt x="4339695" y="800038"/>
                  <a:pt x="4329979" y="797372"/>
                  <a:pt x="4320837" y="794514"/>
                </a:cubicBezTo>
                <a:cubicBezTo>
                  <a:pt x="4267493" y="777367"/>
                  <a:pt x="4213961" y="778891"/>
                  <a:pt x="4159667" y="789370"/>
                </a:cubicBezTo>
                <a:cubicBezTo>
                  <a:pt x="4148427" y="791656"/>
                  <a:pt x="4135854" y="792038"/>
                  <a:pt x="4124614" y="789752"/>
                </a:cubicBezTo>
                <a:cubicBezTo>
                  <a:pt x="4092989" y="783083"/>
                  <a:pt x="4062318" y="772033"/>
                  <a:pt x="4030503" y="767271"/>
                </a:cubicBezTo>
                <a:cubicBezTo>
                  <a:pt x="3977925" y="759461"/>
                  <a:pt x="3932394" y="785749"/>
                  <a:pt x="3885338" y="802896"/>
                </a:cubicBezTo>
                <a:cubicBezTo>
                  <a:pt x="3840569" y="819089"/>
                  <a:pt x="3802467" y="855666"/>
                  <a:pt x="3749506" y="847473"/>
                </a:cubicBezTo>
                <a:cubicBezTo>
                  <a:pt x="3744173" y="846711"/>
                  <a:pt x="3738267" y="851856"/>
                  <a:pt x="3732361" y="853190"/>
                </a:cubicBezTo>
                <a:cubicBezTo>
                  <a:pt x="3716168" y="856810"/>
                  <a:pt x="3699976" y="861190"/>
                  <a:pt x="3683591" y="862906"/>
                </a:cubicBezTo>
                <a:cubicBezTo>
                  <a:pt x="3663589" y="865192"/>
                  <a:pt x="3643204" y="864430"/>
                  <a:pt x="3623201" y="866334"/>
                </a:cubicBezTo>
                <a:cubicBezTo>
                  <a:pt x="3597482" y="868620"/>
                  <a:pt x="3572146" y="874716"/>
                  <a:pt x="3546617" y="874716"/>
                </a:cubicBezTo>
                <a:cubicBezTo>
                  <a:pt x="3526042" y="874716"/>
                  <a:pt x="3505657" y="867668"/>
                  <a:pt x="3485275" y="864238"/>
                </a:cubicBezTo>
                <a:cubicBezTo>
                  <a:pt x="3456508" y="859476"/>
                  <a:pt x="3424883" y="860810"/>
                  <a:pt x="3399546" y="848618"/>
                </a:cubicBezTo>
                <a:cubicBezTo>
                  <a:pt x="3372495" y="835663"/>
                  <a:pt x="3346776" y="829757"/>
                  <a:pt x="3318771" y="833757"/>
                </a:cubicBezTo>
                <a:cubicBezTo>
                  <a:pt x="3309437" y="835091"/>
                  <a:pt x="3297434" y="843093"/>
                  <a:pt x="3293244" y="851284"/>
                </a:cubicBezTo>
                <a:cubicBezTo>
                  <a:pt x="3283908" y="869572"/>
                  <a:pt x="3271145" y="872812"/>
                  <a:pt x="3253809" y="866524"/>
                </a:cubicBezTo>
                <a:cubicBezTo>
                  <a:pt x="3238758" y="861190"/>
                  <a:pt x="3220280" y="858524"/>
                  <a:pt x="3209993" y="848235"/>
                </a:cubicBezTo>
                <a:cubicBezTo>
                  <a:pt x="3180844" y="819089"/>
                  <a:pt x="3143695" y="818136"/>
                  <a:pt x="3107500" y="810326"/>
                </a:cubicBezTo>
                <a:cubicBezTo>
                  <a:pt x="3085403" y="805562"/>
                  <a:pt x="3064827" y="805372"/>
                  <a:pt x="3042728" y="808610"/>
                </a:cubicBezTo>
                <a:cubicBezTo>
                  <a:pt x="2994722" y="815850"/>
                  <a:pt x="2948047" y="805562"/>
                  <a:pt x="2901943" y="792418"/>
                </a:cubicBezTo>
                <a:cubicBezTo>
                  <a:pt x="2871462" y="783655"/>
                  <a:pt x="2840219" y="778321"/>
                  <a:pt x="2809930" y="769367"/>
                </a:cubicBezTo>
                <a:cubicBezTo>
                  <a:pt x="2787259" y="762509"/>
                  <a:pt x="2764590" y="754316"/>
                  <a:pt x="2743826" y="743268"/>
                </a:cubicBezTo>
                <a:cubicBezTo>
                  <a:pt x="2713723" y="727073"/>
                  <a:pt x="2687436" y="702689"/>
                  <a:pt x="2649143" y="709167"/>
                </a:cubicBezTo>
                <a:cubicBezTo>
                  <a:pt x="2615421" y="714881"/>
                  <a:pt x="2584942" y="702881"/>
                  <a:pt x="2554079" y="691450"/>
                </a:cubicBezTo>
                <a:cubicBezTo>
                  <a:pt x="2531409" y="683068"/>
                  <a:pt x="2508742" y="674494"/>
                  <a:pt x="2485307" y="669160"/>
                </a:cubicBezTo>
                <a:cubicBezTo>
                  <a:pt x="2457492" y="662873"/>
                  <a:pt x="2426059" y="665541"/>
                  <a:pt x="2401292" y="653919"/>
                </a:cubicBezTo>
                <a:cubicBezTo>
                  <a:pt x="2375383" y="641727"/>
                  <a:pt x="2353859" y="649919"/>
                  <a:pt x="2330806" y="653349"/>
                </a:cubicBezTo>
                <a:cubicBezTo>
                  <a:pt x="2294039" y="658683"/>
                  <a:pt x="2257459" y="668590"/>
                  <a:pt x="2220312" y="656015"/>
                </a:cubicBezTo>
                <a:cubicBezTo>
                  <a:pt x="2175163" y="640775"/>
                  <a:pt x="2130393" y="624392"/>
                  <a:pt x="2085054" y="609914"/>
                </a:cubicBezTo>
                <a:cubicBezTo>
                  <a:pt x="2067525" y="604387"/>
                  <a:pt x="2048668" y="602101"/>
                  <a:pt x="2030378" y="599625"/>
                </a:cubicBezTo>
                <a:cubicBezTo>
                  <a:pt x="2013043" y="597529"/>
                  <a:pt x="1992279" y="602863"/>
                  <a:pt x="1978940" y="594863"/>
                </a:cubicBezTo>
                <a:cubicBezTo>
                  <a:pt x="1944649" y="574288"/>
                  <a:pt x="1909408" y="564192"/>
                  <a:pt x="1869780" y="564192"/>
                </a:cubicBezTo>
                <a:cubicBezTo>
                  <a:pt x="1854920" y="564192"/>
                  <a:pt x="1840441" y="555618"/>
                  <a:pt x="1825393" y="554094"/>
                </a:cubicBezTo>
                <a:cubicBezTo>
                  <a:pt x="1804816" y="552190"/>
                  <a:pt x="1781194" y="547045"/>
                  <a:pt x="1763287" y="554286"/>
                </a:cubicBezTo>
                <a:cubicBezTo>
                  <a:pt x="1721185" y="571430"/>
                  <a:pt x="1687086" y="557142"/>
                  <a:pt x="1650317" y="540187"/>
                </a:cubicBezTo>
                <a:cubicBezTo>
                  <a:pt x="1614120" y="523423"/>
                  <a:pt x="1576019" y="510088"/>
                  <a:pt x="1537537" y="499038"/>
                </a:cubicBezTo>
                <a:cubicBezTo>
                  <a:pt x="1523059" y="495038"/>
                  <a:pt x="1505724" y="501706"/>
                  <a:pt x="1489720" y="503038"/>
                </a:cubicBezTo>
                <a:cubicBezTo>
                  <a:pt x="1484004" y="503420"/>
                  <a:pt x="1477717" y="503992"/>
                  <a:pt x="1472575" y="502086"/>
                </a:cubicBezTo>
                <a:cubicBezTo>
                  <a:pt x="1422854" y="483797"/>
                  <a:pt x="1372368" y="469891"/>
                  <a:pt x="1318456" y="479415"/>
                </a:cubicBezTo>
                <a:cubicBezTo>
                  <a:pt x="1313504" y="480369"/>
                  <a:pt x="1307978" y="478273"/>
                  <a:pt x="1303024" y="476939"/>
                </a:cubicBezTo>
                <a:cubicBezTo>
                  <a:pt x="1278829" y="470081"/>
                  <a:pt x="1255206" y="459223"/>
                  <a:pt x="1230633" y="456746"/>
                </a:cubicBezTo>
                <a:cubicBezTo>
                  <a:pt x="1170051" y="450650"/>
                  <a:pt x="1109091" y="448172"/>
                  <a:pt x="1048125" y="444172"/>
                </a:cubicBezTo>
                <a:cubicBezTo>
                  <a:pt x="1044315" y="443982"/>
                  <a:pt x="1040315" y="443982"/>
                  <a:pt x="1036887" y="442648"/>
                </a:cubicBezTo>
                <a:cubicBezTo>
                  <a:pt x="1014406" y="434456"/>
                  <a:pt x="994785" y="437124"/>
                  <a:pt x="975733" y="452744"/>
                </a:cubicBezTo>
                <a:cubicBezTo>
                  <a:pt x="967350" y="459603"/>
                  <a:pt x="955920" y="463223"/>
                  <a:pt x="945444" y="467033"/>
                </a:cubicBezTo>
                <a:cubicBezTo>
                  <a:pt x="930011" y="472749"/>
                  <a:pt x="914200" y="478273"/>
                  <a:pt x="898198" y="481893"/>
                </a:cubicBezTo>
                <a:cubicBezTo>
                  <a:pt x="882384" y="485321"/>
                  <a:pt x="865430" y="490084"/>
                  <a:pt x="850189" y="487417"/>
                </a:cubicBezTo>
                <a:cubicBezTo>
                  <a:pt x="822756" y="482655"/>
                  <a:pt x="796655" y="471987"/>
                  <a:pt x="769605" y="464937"/>
                </a:cubicBezTo>
                <a:cubicBezTo>
                  <a:pt x="760270" y="462461"/>
                  <a:pt x="749982" y="462843"/>
                  <a:pt x="740268" y="462651"/>
                </a:cubicBezTo>
                <a:cubicBezTo>
                  <a:pt x="717977" y="462081"/>
                  <a:pt x="695116" y="467605"/>
                  <a:pt x="674923" y="451792"/>
                </a:cubicBezTo>
                <a:cubicBezTo>
                  <a:pt x="656255" y="436934"/>
                  <a:pt x="637392" y="441314"/>
                  <a:pt x="617772" y="452554"/>
                </a:cubicBezTo>
                <a:cubicBezTo>
                  <a:pt x="603673" y="460557"/>
                  <a:pt x="587672" y="466843"/>
                  <a:pt x="571860" y="469891"/>
                </a:cubicBezTo>
                <a:cubicBezTo>
                  <a:pt x="550141" y="474081"/>
                  <a:pt x="528615" y="475797"/>
                  <a:pt x="505182" y="473319"/>
                </a:cubicBezTo>
                <a:cubicBezTo>
                  <a:pt x="488607" y="471605"/>
                  <a:pt x="475081" y="470843"/>
                  <a:pt x="462126" y="460747"/>
                </a:cubicBezTo>
                <a:cubicBezTo>
                  <a:pt x="460032" y="459223"/>
                  <a:pt x="456222" y="458841"/>
                  <a:pt x="453364" y="459033"/>
                </a:cubicBezTo>
                <a:cubicBezTo>
                  <a:pt x="415835" y="462271"/>
                  <a:pt x="378686" y="460557"/>
                  <a:pt x="340774" y="458268"/>
                </a:cubicBezTo>
                <a:cubicBezTo>
                  <a:pt x="292579" y="455222"/>
                  <a:pt x="241901" y="464175"/>
                  <a:pt x="200182" y="496180"/>
                </a:cubicBezTo>
                <a:cubicBezTo>
                  <a:pt x="194085" y="500944"/>
                  <a:pt x="184941" y="503038"/>
                  <a:pt x="176939" y="504182"/>
                </a:cubicBezTo>
                <a:cubicBezTo>
                  <a:pt x="139219" y="509134"/>
                  <a:pt x="101308" y="512564"/>
                  <a:pt x="63587" y="518088"/>
                </a:cubicBezTo>
                <a:cubicBezTo>
                  <a:pt x="43012" y="521137"/>
                  <a:pt x="21486" y="523805"/>
                  <a:pt x="2817" y="532187"/>
                </a:cubicBezTo>
                <a:lnTo>
                  <a:pt x="0" y="53331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DC292A62-7F34-4E30-BE04-48164A1DA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705643" y="2991644"/>
            <a:ext cx="6858001" cy="874716"/>
          </a:xfrm>
          <a:custGeom>
            <a:avLst/>
            <a:gdLst>
              <a:gd name="connsiteX0" fmla="*/ 0 w 6858001"/>
              <a:gd name="connsiteY0" fmla="*/ 533314 h 874716"/>
              <a:gd name="connsiteX1" fmla="*/ 0 w 6858001"/>
              <a:gd name="connsiteY1" fmla="*/ 69206 h 874716"/>
              <a:gd name="connsiteX2" fmla="*/ 21486 w 6858001"/>
              <a:gd name="connsiteY2" fmla="*/ 71924 h 874716"/>
              <a:gd name="connsiteX3" fmla="*/ 228948 w 6858001"/>
              <a:gd name="connsiteY3" fmla="*/ 88116 h 874716"/>
              <a:gd name="connsiteX4" fmla="*/ 313533 w 6858001"/>
              <a:gd name="connsiteY4" fmla="*/ 62779 h 874716"/>
              <a:gd name="connsiteX5" fmla="*/ 338870 w 6858001"/>
              <a:gd name="connsiteY5" fmla="*/ 62207 h 874716"/>
              <a:gd name="connsiteX6" fmla="*/ 395640 w 6858001"/>
              <a:gd name="connsiteY6" fmla="*/ 72114 h 874716"/>
              <a:gd name="connsiteX7" fmla="*/ 512802 w 6858001"/>
              <a:gd name="connsiteY7" fmla="*/ 65446 h 874716"/>
              <a:gd name="connsiteX8" fmla="*/ 556047 w 6858001"/>
              <a:gd name="connsiteY8" fmla="*/ 55349 h 874716"/>
              <a:gd name="connsiteX9" fmla="*/ 580050 w 6858001"/>
              <a:gd name="connsiteY9" fmla="*/ 48871 h 874716"/>
              <a:gd name="connsiteX10" fmla="*/ 703308 w 6858001"/>
              <a:gd name="connsiteY10" fmla="*/ 30964 h 874716"/>
              <a:gd name="connsiteX11" fmla="*/ 758174 w 6858001"/>
              <a:gd name="connsiteY11" fmla="*/ 11724 h 874716"/>
              <a:gd name="connsiteX12" fmla="*/ 773035 w 6858001"/>
              <a:gd name="connsiteY12" fmla="*/ 8866 h 874716"/>
              <a:gd name="connsiteX13" fmla="*/ 854379 w 6858001"/>
              <a:gd name="connsiteY13" fmla="*/ 16866 h 874716"/>
              <a:gd name="connsiteX14" fmla="*/ 915343 w 6858001"/>
              <a:gd name="connsiteY14" fmla="*/ 47919 h 874716"/>
              <a:gd name="connsiteX15" fmla="*/ 927155 w 6858001"/>
              <a:gd name="connsiteY15" fmla="*/ 58397 h 874716"/>
              <a:gd name="connsiteX16" fmla="*/ 1097087 w 6858001"/>
              <a:gd name="connsiteY16" fmla="*/ 54777 h 874716"/>
              <a:gd name="connsiteX17" fmla="*/ 1123185 w 6858001"/>
              <a:gd name="connsiteY17" fmla="*/ 50395 h 874716"/>
              <a:gd name="connsiteX18" fmla="*/ 1249302 w 6858001"/>
              <a:gd name="connsiteY18" fmla="*/ 68684 h 874716"/>
              <a:gd name="connsiteX19" fmla="*/ 1286069 w 6858001"/>
              <a:gd name="connsiteY19" fmla="*/ 72304 h 874716"/>
              <a:gd name="connsiteX20" fmla="*/ 1417899 w 6858001"/>
              <a:gd name="connsiteY20" fmla="*/ 88688 h 874716"/>
              <a:gd name="connsiteX21" fmla="*/ 1436568 w 6858001"/>
              <a:gd name="connsiteY21" fmla="*/ 73448 h 874716"/>
              <a:gd name="connsiteX22" fmla="*/ 1490292 w 6858001"/>
              <a:gd name="connsiteY22" fmla="*/ 35154 h 874716"/>
              <a:gd name="connsiteX23" fmla="*/ 1596213 w 6858001"/>
              <a:gd name="connsiteY23" fmla="*/ 1245 h 874716"/>
              <a:gd name="connsiteX24" fmla="*/ 1624980 w 6858001"/>
              <a:gd name="connsiteY24" fmla="*/ 3150 h 874716"/>
              <a:gd name="connsiteX25" fmla="*/ 1697753 w 6858001"/>
              <a:gd name="connsiteY25" fmla="*/ 59731 h 874716"/>
              <a:gd name="connsiteX26" fmla="*/ 1733188 w 6858001"/>
              <a:gd name="connsiteY26" fmla="*/ 82400 h 874716"/>
              <a:gd name="connsiteX27" fmla="*/ 1833775 w 6858001"/>
              <a:gd name="connsiteY27" fmla="*/ 124121 h 874716"/>
              <a:gd name="connsiteX28" fmla="*/ 1842158 w 6858001"/>
              <a:gd name="connsiteY28" fmla="*/ 131742 h 874716"/>
              <a:gd name="connsiteX29" fmla="*/ 1916454 w 6858001"/>
              <a:gd name="connsiteY29" fmla="*/ 222233 h 874716"/>
              <a:gd name="connsiteX30" fmla="*/ 1933219 w 6858001"/>
              <a:gd name="connsiteY30" fmla="*/ 237663 h 874716"/>
              <a:gd name="connsiteX31" fmla="*/ 1953413 w 6858001"/>
              <a:gd name="connsiteY31" fmla="*/ 261668 h 874716"/>
              <a:gd name="connsiteX32" fmla="*/ 2016469 w 6858001"/>
              <a:gd name="connsiteY32" fmla="*/ 308151 h 874716"/>
              <a:gd name="connsiteX33" fmla="*/ 2094578 w 6858001"/>
              <a:gd name="connsiteY33" fmla="*/ 323010 h 874716"/>
              <a:gd name="connsiteX34" fmla="*/ 2188879 w 6858001"/>
              <a:gd name="connsiteY34" fmla="*/ 345681 h 874716"/>
              <a:gd name="connsiteX35" fmla="*/ 2228314 w 6858001"/>
              <a:gd name="connsiteY35" fmla="*/ 360921 h 874716"/>
              <a:gd name="connsiteX36" fmla="*/ 2334044 w 6858001"/>
              <a:gd name="connsiteY36" fmla="*/ 389878 h 874716"/>
              <a:gd name="connsiteX37" fmla="*/ 2409485 w 6858001"/>
              <a:gd name="connsiteY37" fmla="*/ 414263 h 874716"/>
              <a:gd name="connsiteX38" fmla="*/ 2518264 w 6858001"/>
              <a:gd name="connsiteY38" fmla="*/ 428552 h 874716"/>
              <a:gd name="connsiteX39" fmla="*/ 2571034 w 6858001"/>
              <a:gd name="connsiteY39" fmla="*/ 429122 h 874716"/>
              <a:gd name="connsiteX40" fmla="*/ 2668001 w 6858001"/>
              <a:gd name="connsiteY40" fmla="*/ 502276 h 874716"/>
              <a:gd name="connsiteX41" fmla="*/ 2745348 w 6858001"/>
              <a:gd name="connsiteY41" fmla="*/ 550666 h 874716"/>
              <a:gd name="connsiteX42" fmla="*/ 2826694 w 6858001"/>
              <a:gd name="connsiteY42" fmla="*/ 527233 h 874716"/>
              <a:gd name="connsiteX43" fmla="*/ 2848793 w 6858001"/>
              <a:gd name="connsiteY43" fmla="*/ 505134 h 874716"/>
              <a:gd name="connsiteX44" fmla="*/ 2982148 w 6858001"/>
              <a:gd name="connsiteY44" fmla="*/ 484179 h 874716"/>
              <a:gd name="connsiteX45" fmla="*/ 3172654 w 6858001"/>
              <a:gd name="connsiteY45" fmla="*/ 483417 h 874716"/>
              <a:gd name="connsiteX46" fmla="*/ 3489467 w 6858001"/>
              <a:gd name="connsiteY46" fmla="*/ 435790 h 874716"/>
              <a:gd name="connsiteX47" fmla="*/ 3544713 w 6858001"/>
              <a:gd name="connsiteY47" fmla="*/ 413691 h 874716"/>
              <a:gd name="connsiteX48" fmla="*/ 3606817 w 6858001"/>
              <a:gd name="connsiteY48" fmla="*/ 408167 h 874716"/>
              <a:gd name="connsiteX49" fmla="*/ 3630632 w 6858001"/>
              <a:gd name="connsiteY49" fmla="*/ 421693 h 874716"/>
              <a:gd name="connsiteX50" fmla="*/ 3734837 w 6858001"/>
              <a:gd name="connsiteY50" fmla="*/ 441886 h 874716"/>
              <a:gd name="connsiteX51" fmla="*/ 3754652 w 6858001"/>
              <a:gd name="connsiteY51" fmla="*/ 442268 h 874716"/>
              <a:gd name="connsiteX52" fmla="*/ 3822472 w 6858001"/>
              <a:gd name="connsiteY52" fmla="*/ 433694 h 874716"/>
              <a:gd name="connsiteX53" fmla="*/ 3885338 w 6858001"/>
              <a:gd name="connsiteY53" fmla="*/ 428742 h 874716"/>
              <a:gd name="connsiteX54" fmla="*/ 4043839 w 6858001"/>
              <a:gd name="connsiteY54" fmla="*/ 444934 h 874716"/>
              <a:gd name="connsiteX55" fmla="*/ 4165383 w 6858001"/>
              <a:gd name="connsiteY55" fmla="*/ 441124 h 874716"/>
              <a:gd name="connsiteX56" fmla="*/ 4221391 w 6858001"/>
              <a:gd name="connsiteY56" fmla="*/ 444934 h 874716"/>
              <a:gd name="connsiteX57" fmla="*/ 4253014 w 6858001"/>
              <a:gd name="connsiteY57" fmla="*/ 450650 h 874716"/>
              <a:gd name="connsiteX58" fmla="*/ 4324645 w 6858001"/>
              <a:gd name="connsiteY58" fmla="*/ 490466 h 874716"/>
              <a:gd name="connsiteX59" fmla="*/ 4363890 w 6858001"/>
              <a:gd name="connsiteY59" fmla="*/ 499420 h 874716"/>
              <a:gd name="connsiteX60" fmla="*/ 4482004 w 6858001"/>
              <a:gd name="connsiteY60" fmla="*/ 498658 h 874716"/>
              <a:gd name="connsiteX61" fmla="*/ 4659174 w 6858001"/>
              <a:gd name="connsiteY61" fmla="*/ 438648 h 874716"/>
              <a:gd name="connsiteX62" fmla="*/ 4677655 w 6858001"/>
              <a:gd name="connsiteY62" fmla="*/ 430646 h 874716"/>
              <a:gd name="connsiteX63" fmla="*/ 4767764 w 6858001"/>
              <a:gd name="connsiteY63" fmla="*/ 420739 h 874716"/>
              <a:gd name="connsiteX64" fmla="*/ 4828916 w 6858001"/>
              <a:gd name="connsiteY64" fmla="*/ 434266 h 874716"/>
              <a:gd name="connsiteX65" fmla="*/ 4912168 w 6858001"/>
              <a:gd name="connsiteY65" fmla="*/ 462271 h 874716"/>
              <a:gd name="connsiteX66" fmla="*/ 4987037 w 6858001"/>
              <a:gd name="connsiteY66" fmla="*/ 485703 h 874716"/>
              <a:gd name="connsiteX67" fmla="*/ 5041521 w 6858001"/>
              <a:gd name="connsiteY67" fmla="*/ 512182 h 874716"/>
              <a:gd name="connsiteX68" fmla="*/ 5166113 w 6858001"/>
              <a:gd name="connsiteY68" fmla="*/ 531615 h 874716"/>
              <a:gd name="connsiteX69" fmla="*/ 5179067 w 6858001"/>
              <a:gd name="connsiteY69" fmla="*/ 534853 h 874716"/>
              <a:gd name="connsiteX70" fmla="*/ 5272796 w 6858001"/>
              <a:gd name="connsiteY70" fmla="*/ 511230 h 874716"/>
              <a:gd name="connsiteX71" fmla="*/ 5385384 w 6858001"/>
              <a:gd name="connsiteY71" fmla="*/ 487227 h 874716"/>
              <a:gd name="connsiteX72" fmla="*/ 5425582 w 6858001"/>
              <a:gd name="connsiteY72" fmla="*/ 495418 h 874716"/>
              <a:gd name="connsiteX73" fmla="*/ 5480637 w 6858001"/>
              <a:gd name="connsiteY73" fmla="*/ 507040 h 874716"/>
              <a:gd name="connsiteX74" fmla="*/ 5531693 w 6858001"/>
              <a:gd name="connsiteY74" fmla="*/ 500944 h 874716"/>
              <a:gd name="connsiteX75" fmla="*/ 5562746 w 6858001"/>
              <a:gd name="connsiteY75" fmla="*/ 500372 h 874716"/>
              <a:gd name="connsiteX76" fmla="*/ 5704483 w 6858001"/>
              <a:gd name="connsiteY76" fmla="*/ 571620 h 874716"/>
              <a:gd name="connsiteX77" fmla="*/ 5740488 w 6858001"/>
              <a:gd name="connsiteY77" fmla="*/ 577526 h 874716"/>
              <a:gd name="connsiteX78" fmla="*/ 5760873 w 6858001"/>
              <a:gd name="connsiteY78" fmla="*/ 586291 h 874716"/>
              <a:gd name="connsiteX79" fmla="*/ 5883751 w 6858001"/>
              <a:gd name="connsiteY79" fmla="*/ 674686 h 874716"/>
              <a:gd name="connsiteX80" fmla="*/ 5935949 w 6858001"/>
              <a:gd name="connsiteY80" fmla="*/ 692592 h 874716"/>
              <a:gd name="connsiteX81" fmla="*/ 5993291 w 6858001"/>
              <a:gd name="connsiteY81" fmla="*/ 688972 h 874716"/>
              <a:gd name="connsiteX82" fmla="*/ 6026440 w 6858001"/>
              <a:gd name="connsiteY82" fmla="*/ 682496 h 874716"/>
              <a:gd name="connsiteX83" fmla="*/ 6108738 w 6858001"/>
              <a:gd name="connsiteY83" fmla="*/ 626296 h 874716"/>
              <a:gd name="connsiteX84" fmla="*/ 6155602 w 6858001"/>
              <a:gd name="connsiteY84" fmla="*/ 628202 h 874716"/>
              <a:gd name="connsiteX85" fmla="*/ 6228756 w 6858001"/>
              <a:gd name="connsiteY85" fmla="*/ 666873 h 874716"/>
              <a:gd name="connsiteX86" fmla="*/ 6361539 w 6858001"/>
              <a:gd name="connsiteY86" fmla="*/ 684210 h 874716"/>
              <a:gd name="connsiteX87" fmla="*/ 6428979 w 6858001"/>
              <a:gd name="connsiteY87" fmla="*/ 630106 h 874716"/>
              <a:gd name="connsiteX88" fmla="*/ 6463840 w 6858001"/>
              <a:gd name="connsiteY88" fmla="*/ 578098 h 874716"/>
              <a:gd name="connsiteX89" fmla="*/ 6564620 w 6858001"/>
              <a:gd name="connsiteY89" fmla="*/ 517708 h 874716"/>
              <a:gd name="connsiteX90" fmla="*/ 6588625 w 6858001"/>
              <a:gd name="connsiteY90" fmla="*/ 540187 h 874716"/>
              <a:gd name="connsiteX91" fmla="*/ 6662541 w 6858001"/>
              <a:gd name="connsiteY91" fmla="*/ 549714 h 874716"/>
              <a:gd name="connsiteX92" fmla="*/ 6742552 w 6858001"/>
              <a:gd name="connsiteY92" fmla="*/ 548952 h 874716"/>
              <a:gd name="connsiteX93" fmla="*/ 6812063 w 6858001"/>
              <a:gd name="connsiteY93" fmla="*/ 568430 h 874716"/>
              <a:gd name="connsiteX94" fmla="*/ 6858001 w 6858001"/>
              <a:gd name="connsiteY94" fmla="*/ 562267 h 874716"/>
              <a:gd name="connsiteX95" fmla="*/ 6858001 w 6858001"/>
              <a:gd name="connsiteY95" fmla="*/ 734520 h 874716"/>
              <a:gd name="connsiteX96" fmla="*/ 6815516 w 6858001"/>
              <a:gd name="connsiteY96" fmla="*/ 744220 h 874716"/>
              <a:gd name="connsiteX97" fmla="*/ 6748458 w 6858001"/>
              <a:gd name="connsiteY97" fmla="*/ 763271 h 874716"/>
              <a:gd name="connsiteX98" fmla="*/ 6584812 w 6858001"/>
              <a:gd name="connsiteY98" fmla="*/ 784797 h 874716"/>
              <a:gd name="connsiteX99" fmla="*/ 6415833 w 6858001"/>
              <a:gd name="connsiteY99" fmla="*/ 805562 h 874716"/>
              <a:gd name="connsiteX100" fmla="*/ 6323058 w 6858001"/>
              <a:gd name="connsiteY100" fmla="*/ 812420 h 874716"/>
              <a:gd name="connsiteX101" fmla="*/ 6242093 w 6858001"/>
              <a:gd name="connsiteY101" fmla="*/ 823281 h 874716"/>
              <a:gd name="connsiteX102" fmla="*/ 6171605 w 6858001"/>
              <a:gd name="connsiteY102" fmla="*/ 830139 h 874716"/>
              <a:gd name="connsiteX103" fmla="*/ 6059397 w 6858001"/>
              <a:gd name="connsiteY103" fmla="*/ 844045 h 874716"/>
              <a:gd name="connsiteX104" fmla="*/ 6012723 w 6858001"/>
              <a:gd name="connsiteY104" fmla="*/ 847665 h 874716"/>
              <a:gd name="connsiteX105" fmla="*/ 5902610 w 6858001"/>
              <a:gd name="connsiteY105" fmla="*/ 847473 h 874716"/>
              <a:gd name="connsiteX106" fmla="*/ 5864318 w 6858001"/>
              <a:gd name="connsiteY106" fmla="*/ 845569 h 874716"/>
              <a:gd name="connsiteX107" fmla="*/ 5790592 w 6858001"/>
              <a:gd name="connsiteY107" fmla="*/ 821947 h 874716"/>
              <a:gd name="connsiteX108" fmla="*/ 5781830 w 6858001"/>
              <a:gd name="connsiteY108" fmla="*/ 820233 h 874716"/>
              <a:gd name="connsiteX109" fmla="*/ 5733440 w 6858001"/>
              <a:gd name="connsiteY109" fmla="*/ 810896 h 874716"/>
              <a:gd name="connsiteX110" fmla="*/ 5706959 w 6858001"/>
              <a:gd name="connsiteY110" fmla="*/ 807848 h 874716"/>
              <a:gd name="connsiteX111" fmla="*/ 5606372 w 6858001"/>
              <a:gd name="connsiteY111" fmla="*/ 788417 h 874716"/>
              <a:gd name="connsiteX112" fmla="*/ 5548460 w 6858001"/>
              <a:gd name="connsiteY112" fmla="*/ 779273 h 874716"/>
              <a:gd name="connsiteX113" fmla="*/ 5501594 w 6858001"/>
              <a:gd name="connsiteY113" fmla="*/ 780607 h 874716"/>
              <a:gd name="connsiteX114" fmla="*/ 5419295 w 6858001"/>
              <a:gd name="connsiteY114" fmla="*/ 782321 h 874716"/>
              <a:gd name="connsiteX115" fmla="*/ 5393005 w 6858001"/>
              <a:gd name="connsiteY115" fmla="*/ 786703 h 874716"/>
              <a:gd name="connsiteX116" fmla="*/ 5274129 w 6858001"/>
              <a:gd name="connsiteY116" fmla="*/ 774129 h 874716"/>
              <a:gd name="connsiteX117" fmla="*/ 5206308 w 6858001"/>
              <a:gd name="connsiteY117" fmla="*/ 773177 h 874716"/>
              <a:gd name="connsiteX118" fmla="*/ 5129916 w 6858001"/>
              <a:gd name="connsiteY118" fmla="*/ 757554 h 874716"/>
              <a:gd name="connsiteX119" fmla="*/ 5107627 w 6858001"/>
              <a:gd name="connsiteY119" fmla="*/ 758316 h 874716"/>
              <a:gd name="connsiteX120" fmla="*/ 5082670 w 6858001"/>
              <a:gd name="connsiteY120" fmla="*/ 759651 h 874716"/>
              <a:gd name="connsiteX121" fmla="*/ 5006086 w 6858001"/>
              <a:gd name="connsiteY121" fmla="*/ 760795 h 874716"/>
              <a:gd name="connsiteX122" fmla="*/ 4959602 w 6858001"/>
              <a:gd name="connsiteY122" fmla="*/ 766509 h 874716"/>
              <a:gd name="connsiteX123" fmla="*/ 4871019 w 6858001"/>
              <a:gd name="connsiteY123" fmla="*/ 763081 h 874716"/>
              <a:gd name="connsiteX124" fmla="*/ 4838250 w 6858001"/>
              <a:gd name="connsiteY124" fmla="*/ 768033 h 874716"/>
              <a:gd name="connsiteX125" fmla="*/ 4755381 w 6858001"/>
              <a:gd name="connsiteY125" fmla="*/ 768605 h 874716"/>
              <a:gd name="connsiteX126" fmla="*/ 4681083 w 6858001"/>
              <a:gd name="connsiteY126" fmla="*/ 765747 h 874716"/>
              <a:gd name="connsiteX127" fmla="*/ 4609452 w 6858001"/>
              <a:gd name="connsiteY127" fmla="*/ 767271 h 874716"/>
              <a:gd name="connsiteX128" fmla="*/ 4558207 w 6858001"/>
              <a:gd name="connsiteY128" fmla="*/ 773557 h 874716"/>
              <a:gd name="connsiteX129" fmla="*/ 4502579 w 6858001"/>
              <a:gd name="connsiteY129" fmla="*/ 777367 h 874716"/>
              <a:gd name="connsiteX130" fmla="*/ 4349222 w 6858001"/>
              <a:gd name="connsiteY130" fmla="*/ 800038 h 874716"/>
              <a:gd name="connsiteX131" fmla="*/ 4320837 w 6858001"/>
              <a:gd name="connsiteY131" fmla="*/ 794514 h 874716"/>
              <a:gd name="connsiteX132" fmla="*/ 4159667 w 6858001"/>
              <a:gd name="connsiteY132" fmla="*/ 789370 h 874716"/>
              <a:gd name="connsiteX133" fmla="*/ 4124614 w 6858001"/>
              <a:gd name="connsiteY133" fmla="*/ 789752 h 874716"/>
              <a:gd name="connsiteX134" fmla="*/ 4030503 w 6858001"/>
              <a:gd name="connsiteY134" fmla="*/ 767271 h 874716"/>
              <a:gd name="connsiteX135" fmla="*/ 3885338 w 6858001"/>
              <a:gd name="connsiteY135" fmla="*/ 802896 h 874716"/>
              <a:gd name="connsiteX136" fmla="*/ 3749506 w 6858001"/>
              <a:gd name="connsiteY136" fmla="*/ 847473 h 874716"/>
              <a:gd name="connsiteX137" fmla="*/ 3732361 w 6858001"/>
              <a:gd name="connsiteY137" fmla="*/ 853190 h 874716"/>
              <a:gd name="connsiteX138" fmla="*/ 3683591 w 6858001"/>
              <a:gd name="connsiteY138" fmla="*/ 862906 h 874716"/>
              <a:gd name="connsiteX139" fmla="*/ 3623201 w 6858001"/>
              <a:gd name="connsiteY139" fmla="*/ 866334 h 874716"/>
              <a:gd name="connsiteX140" fmla="*/ 3546617 w 6858001"/>
              <a:gd name="connsiteY140" fmla="*/ 874716 h 874716"/>
              <a:gd name="connsiteX141" fmla="*/ 3485275 w 6858001"/>
              <a:gd name="connsiteY141" fmla="*/ 864238 h 874716"/>
              <a:gd name="connsiteX142" fmla="*/ 3399546 w 6858001"/>
              <a:gd name="connsiteY142" fmla="*/ 848618 h 874716"/>
              <a:gd name="connsiteX143" fmla="*/ 3318771 w 6858001"/>
              <a:gd name="connsiteY143" fmla="*/ 833757 h 874716"/>
              <a:gd name="connsiteX144" fmla="*/ 3293244 w 6858001"/>
              <a:gd name="connsiteY144" fmla="*/ 851284 h 874716"/>
              <a:gd name="connsiteX145" fmla="*/ 3253809 w 6858001"/>
              <a:gd name="connsiteY145" fmla="*/ 866524 h 874716"/>
              <a:gd name="connsiteX146" fmla="*/ 3209993 w 6858001"/>
              <a:gd name="connsiteY146" fmla="*/ 848235 h 874716"/>
              <a:gd name="connsiteX147" fmla="*/ 3107500 w 6858001"/>
              <a:gd name="connsiteY147" fmla="*/ 810326 h 874716"/>
              <a:gd name="connsiteX148" fmla="*/ 3042728 w 6858001"/>
              <a:gd name="connsiteY148" fmla="*/ 808610 h 874716"/>
              <a:gd name="connsiteX149" fmla="*/ 2901943 w 6858001"/>
              <a:gd name="connsiteY149" fmla="*/ 792418 h 874716"/>
              <a:gd name="connsiteX150" fmla="*/ 2809930 w 6858001"/>
              <a:gd name="connsiteY150" fmla="*/ 769367 h 874716"/>
              <a:gd name="connsiteX151" fmla="*/ 2743826 w 6858001"/>
              <a:gd name="connsiteY151" fmla="*/ 743268 h 874716"/>
              <a:gd name="connsiteX152" fmla="*/ 2649143 w 6858001"/>
              <a:gd name="connsiteY152" fmla="*/ 709167 h 874716"/>
              <a:gd name="connsiteX153" fmla="*/ 2554079 w 6858001"/>
              <a:gd name="connsiteY153" fmla="*/ 691450 h 874716"/>
              <a:gd name="connsiteX154" fmla="*/ 2485307 w 6858001"/>
              <a:gd name="connsiteY154" fmla="*/ 669160 h 874716"/>
              <a:gd name="connsiteX155" fmla="*/ 2401292 w 6858001"/>
              <a:gd name="connsiteY155" fmla="*/ 653919 h 874716"/>
              <a:gd name="connsiteX156" fmla="*/ 2330806 w 6858001"/>
              <a:gd name="connsiteY156" fmla="*/ 653349 h 874716"/>
              <a:gd name="connsiteX157" fmla="*/ 2220312 w 6858001"/>
              <a:gd name="connsiteY157" fmla="*/ 656015 h 874716"/>
              <a:gd name="connsiteX158" fmla="*/ 2085054 w 6858001"/>
              <a:gd name="connsiteY158" fmla="*/ 609914 h 874716"/>
              <a:gd name="connsiteX159" fmla="*/ 2030378 w 6858001"/>
              <a:gd name="connsiteY159" fmla="*/ 599625 h 874716"/>
              <a:gd name="connsiteX160" fmla="*/ 1978940 w 6858001"/>
              <a:gd name="connsiteY160" fmla="*/ 594863 h 874716"/>
              <a:gd name="connsiteX161" fmla="*/ 1869780 w 6858001"/>
              <a:gd name="connsiteY161" fmla="*/ 564192 h 874716"/>
              <a:gd name="connsiteX162" fmla="*/ 1825393 w 6858001"/>
              <a:gd name="connsiteY162" fmla="*/ 554094 h 874716"/>
              <a:gd name="connsiteX163" fmla="*/ 1763287 w 6858001"/>
              <a:gd name="connsiteY163" fmla="*/ 554286 h 874716"/>
              <a:gd name="connsiteX164" fmla="*/ 1650317 w 6858001"/>
              <a:gd name="connsiteY164" fmla="*/ 540187 h 874716"/>
              <a:gd name="connsiteX165" fmla="*/ 1537537 w 6858001"/>
              <a:gd name="connsiteY165" fmla="*/ 499038 h 874716"/>
              <a:gd name="connsiteX166" fmla="*/ 1489720 w 6858001"/>
              <a:gd name="connsiteY166" fmla="*/ 503038 h 874716"/>
              <a:gd name="connsiteX167" fmla="*/ 1472575 w 6858001"/>
              <a:gd name="connsiteY167" fmla="*/ 502086 h 874716"/>
              <a:gd name="connsiteX168" fmla="*/ 1318456 w 6858001"/>
              <a:gd name="connsiteY168" fmla="*/ 479415 h 874716"/>
              <a:gd name="connsiteX169" fmla="*/ 1303024 w 6858001"/>
              <a:gd name="connsiteY169" fmla="*/ 476939 h 874716"/>
              <a:gd name="connsiteX170" fmla="*/ 1230633 w 6858001"/>
              <a:gd name="connsiteY170" fmla="*/ 456746 h 874716"/>
              <a:gd name="connsiteX171" fmla="*/ 1048125 w 6858001"/>
              <a:gd name="connsiteY171" fmla="*/ 444172 h 874716"/>
              <a:gd name="connsiteX172" fmla="*/ 1036887 w 6858001"/>
              <a:gd name="connsiteY172" fmla="*/ 442648 h 874716"/>
              <a:gd name="connsiteX173" fmla="*/ 975733 w 6858001"/>
              <a:gd name="connsiteY173" fmla="*/ 452744 h 874716"/>
              <a:gd name="connsiteX174" fmla="*/ 945444 w 6858001"/>
              <a:gd name="connsiteY174" fmla="*/ 467033 h 874716"/>
              <a:gd name="connsiteX175" fmla="*/ 898198 w 6858001"/>
              <a:gd name="connsiteY175" fmla="*/ 481893 h 874716"/>
              <a:gd name="connsiteX176" fmla="*/ 850189 w 6858001"/>
              <a:gd name="connsiteY176" fmla="*/ 487417 h 874716"/>
              <a:gd name="connsiteX177" fmla="*/ 769605 w 6858001"/>
              <a:gd name="connsiteY177" fmla="*/ 464937 h 874716"/>
              <a:gd name="connsiteX178" fmla="*/ 740268 w 6858001"/>
              <a:gd name="connsiteY178" fmla="*/ 462651 h 874716"/>
              <a:gd name="connsiteX179" fmla="*/ 674923 w 6858001"/>
              <a:gd name="connsiteY179" fmla="*/ 451792 h 874716"/>
              <a:gd name="connsiteX180" fmla="*/ 617772 w 6858001"/>
              <a:gd name="connsiteY180" fmla="*/ 452554 h 874716"/>
              <a:gd name="connsiteX181" fmla="*/ 571860 w 6858001"/>
              <a:gd name="connsiteY181" fmla="*/ 469891 h 874716"/>
              <a:gd name="connsiteX182" fmla="*/ 505182 w 6858001"/>
              <a:gd name="connsiteY182" fmla="*/ 473319 h 874716"/>
              <a:gd name="connsiteX183" fmla="*/ 462126 w 6858001"/>
              <a:gd name="connsiteY183" fmla="*/ 460747 h 874716"/>
              <a:gd name="connsiteX184" fmla="*/ 453364 w 6858001"/>
              <a:gd name="connsiteY184" fmla="*/ 459033 h 874716"/>
              <a:gd name="connsiteX185" fmla="*/ 340774 w 6858001"/>
              <a:gd name="connsiteY185" fmla="*/ 458268 h 874716"/>
              <a:gd name="connsiteX186" fmla="*/ 200182 w 6858001"/>
              <a:gd name="connsiteY186" fmla="*/ 496180 h 874716"/>
              <a:gd name="connsiteX187" fmla="*/ 176939 w 6858001"/>
              <a:gd name="connsiteY187" fmla="*/ 504182 h 874716"/>
              <a:gd name="connsiteX188" fmla="*/ 63587 w 6858001"/>
              <a:gd name="connsiteY188" fmla="*/ 518088 h 874716"/>
              <a:gd name="connsiteX189" fmla="*/ 2817 w 6858001"/>
              <a:gd name="connsiteY189" fmla="*/ 532187 h 874716"/>
              <a:gd name="connsiteX190" fmla="*/ 0 w 6858001"/>
              <a:gd name="connsiteY190" fmla="*/ 533314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6858001" h="874716">
                <a:moveTo>
                  <a:pt x="0" y="533314"/>
                </a:moveTo>
                <a:lnTo>
                  <a:pt x="0" y="69206"/>
                </a:lnTo>
                <a:lnTo>
                  <a:pt x="21486" y="71924"/>
                </a:lnTo>
                <a:cubicBezTo>
                  <a:pt x="92546" y="60493"/>
                  <a:pt x="159604" y="87354"/>
                  <a:pt x="228948" y="88116"/>
                </a:cubicBezTo>
                <a:cubicBezTo>
                  <a:pt x="260382" y="88496"/>
                  <a:pt x="291435" y="94592"/>
                  <a:pt x="313533" y="62779"/>
                </a:cubicBezTo>
                <a:cubicBezTo>
                  <a:pt x="316389" y="58587"/>
                  <a:pt x="330298" y="60873"/>
                  <a:pt x="338870" y="62207"/>
                </a:cubicBezTo>
                <a:cubicBezTo>
                  <a:pt x="357921" y="65066"/>
                  <a:pt x="376781" y="72304"/>
                  <a:pt x="395640" y="72114"/>
                </a:cubicBezTo>
                <a:cubicBezTo>
                  <a:pt x="434695" y="71924"/>
                  <a:pt x="473939" y="68876"/>
                  <a:pt x="512802" y="65446"/>
                </a:cubicBezTo>
                <a:cubicBezTo>
                  <a:pt x="527470" y="64112"/>
                  <a:pt x="541569" y="58969"/>
                  <a:pt x="556047" y="55349"/>
                </a:cubicBezTo>
                <a:cubicBezTo>
                  <a:pt x="564048" y="53253"/>
                  <a:pt x="572622" y="47729"/>
                  <a:pt x="580050" y="48871"/>
                </a:cubicBezTo>
                <a:cubicBezTo>
                  <a:pt x="623106" y="55539"/>
                  <a:pt x="662541" y="39157"/>
                  <a:pt x="703308" y="30964"/>
                </a:cubicBezTo>
                <a:cubicBezTo>
                  <a:pt x="722169" y="27154"/>
                  <a:pt x="739886" y="18010"/>
                  <a:pt x="758174" y="11724"/>
                </a:cubicBezTo>
                <a:cubicBezTo>
                  <a:pt x="762936" y="10008"/>
                  <a:pt x="768271" y="8484"/>
                  <a:pt x="773035" y="8866"/>
                </a:cubicBezTo>
                <a:cubicBezTo>
                  <a:pt x="800276" y="11152"/>
                  <a:pt x="827329" y="14390"/>
                  <a:pt x="854379" y="16866"/>
                </a:cubicBezTo>
                <a:cubicBezTo>
                  <a:pt x="878956" y="19152"/>
                  <a:pt x="903722" y="19914"/>
                  <a:pt x="915343" y="47919"/>
                </a:cubicBezTo>
                <a:cubicBezTo>
                  <a:pt x="917059" y="52301"/>
                  <a:pt x="922773" y="55539"/>
                  <a:pt x="927155" y="58397"/>
                </a:cubicBezTo>
                <a:cubicBezTo>
                  <a:pt x="994785" y="102405"/>
                  <a:pt x="1030980" y="101261"/>
                  <a:pt x="1097087" y="54777"/>
                </a:cubicBezTo>
                <a:cubicBezTo>
                  <a:pt x="1103945" y="50015"/>
                  <a:pt x="1118613" y="46585"/>
                  <a:pt x="1123185" y="50395"/>
                </a:cubicBezTo>
                <a:cubicBezTo>
                  <a:pt x="1162049" y="82020"/>
                  <a:pt x="1204532" y="78590"/>
                  <a:pt x="1249302" y="68684"/>
                </a:cubicBezTo>
                <a:cubicBezTo>
                  <a:pt x="1260922" y="66018"/>
                  <a:pt x="1277307" y="66018"/>
                  <a:pt x="1286069" y="72304"/>
                </a:cubicBezTo>
                <a:cubicBezTo>
                  <a:pt x="1327790" y="101451"/>
                  <a:pt x="1372560" y="97261"/>
                  <a:pt x="1417899" y="88688"/>
                </a:cubicBezTo>
                <a:cubicBezTo>
                  <a:pt x="1424948" y="87354"/>
                  <a:pt x="1433522" y="80114"/>
                  <a:pt x="1436568" y="73448"/>
                </a:cubicBezTo>
                <a:cubicBezTo>
                  <a:pt x="1447428" y="49825"/>
                  <a:pt x="1467813" y="41823"/>
                  <a:pt x="1490292" y="35154"/>
                </a:cubicBezTo>
                <a:cubicBezTo>
                  <a:pt x="1525727" y="24296"/>
                  <a:pt x="1560588" y="11532"/>
                  <a:pt x="1596213" y="1245"/>
                </a:cubicBezTo>
                <a:cubicBezTo>
                  <a:pt x="1604978" y="-1231"/>
                  <a:pt x="1615836" y="293"/>
                  <a:pt x="1624980" y="3150"/>
                </a:cubicBezTo>
                <a:cubicBezTo>
                  <a:pt x="1656223" y="12866"/>
                  <a:pt x="1676036" y="37251"/>
                  <a:pt x="1697753" y="59731"/>
                </a:cubicBezTo>
                <a:cubicBezTo>
                  <a:pt x="1707279" y="69638"/>
                  <a:pt x="1720423" y="76686"/>
                  <a:pt x="1733188" y="82400"/>
                </a:cubicBezTo>
                <a:cubicBezTo>
                  <a:pt x="1766335" y="97071"/>
                  <a:pt x="1800246" y="110215"/>
                  <a:pt x="1833775" y="124121"/>
                </a:cubicBezTo>
                <a:cubicBezTo>
                  <a:pt x="1837013" y="125455"/>
                  <a:pt x="1839679" y="128884"/>
                  <a:pt x="1842158" y="131742"/>
                </a:cubicBezTo>
                <a:cubicBezTo>
                  <a:pt x="1866922" y="161843"/>
                  <a:pt x="1891497" y="192132"/>
                  <a:pt x="1916454" y="222233"/>
                </a:cubicBezTo>
                <a:cubicBezTo>
                  <a:pt x="1921216" y="227947"/>
                  <a:pt x="1928076" y="232139"/>
                  <a:pt x="1933219" y="237663"/>
                </a:cubicBezTo>
                <a:cubicBezTo>
                  <a:pt x="1940459" y="245283"/>
                  <a:pt x="1949603" y="252524"/>
                  <a:pt x="1953413" y="261668"/>
                </a:cubicBezTo>
                <a:cubicBezTo>
                  <a:pt x="1965224" y="290433"/>
                  <a:pt x="1987894" y="302817"/>
                  <a:pt x="2016469" y="308151"/>
                </a:cubicBezTo>
                <a:cubicBezTo>
                  <a:pt x="2042570" y="313104"/>
                  <a:pt x="2068669" y="317296"/>
                  <a:pt x="2094578" y="323010"/>
                </a:cubicBezTo>
                <a:cubicBezTo>
                  <a:pt x="2126201" y="329868"/>
                  <a:pt x="2157636" y="337298"/>
                  <a:pt x="2188879" y="345681"/>
                </a:cubicBezTo>
                <a:cubicBezTo>
                  <a:pt x="2202404" y="349301"/>
                  <a:pt x="2216692" y="353491"/>
                  <a:pt x="2228314" y="360921"/>
                </a:cubicBezTo>
                <a:cubicBezTo>
                  <a:pt x="2260890" y="381496"/>
                  <a:pt x="2295753" y="395402"/>
                  <a:pt x="2334044" y="389878"/>
                </a:cubicBezTo>
                <a:cubicBezTo>
                  <a:pt x="2364715" y="385496"/>
                  <a:pt x="2390434" y="396736"/>
                  <a:pt x="2409485" y="414263"/>
                </a:cubicBezTo>
                <a:cubicBezTo>
                  <a:pt x="2444158" y="446078"/>
                  <a:pt x="2481305" y="438838"/>
                  <a:pt x="2518264" y="428552"/>
                </a:cubicBezTo>
                <a:cubicBezTo>
                  <a:pt x="2537315" y="423217"/>
                  <a:pt x="2552935" y="423979"/>
                  <a:pt x="2571034" y="429122"/>
                </a:cubicBezTo>
                <a:cubicBezTo>
                  <a:pt x="2612945" y="441124"/>
                  <a:pt x="2640950" y="473701"/>
                  <a:pt x="2668001" y="502276"/>
                </a:cubicBezTo>
                <a:cubicBezTo>
                  <a:pt x="2691054" y="526661"/>
                  <a:pt x="2716963" y="540377"/>
                  <a:pt x="2745348" y="550666"/>
                </a:cubicBezTo>
                <a:cubicBezTo>
                  <a:pt x="2781163" y="563810"/>
                  <a:pt x="2809548" y="558858"/>
                  <a:pt x="2826694" y="527233"/>
                </a:cubicBezTo>
                <a:cubicBezTo>
                  <a:pt x="2831457" y="518278"/>
                  <a:pt x="2839839" y="507800"/>
                  <a:pt x="2848793" y="505134"/>
                </a:cubicBezTo>
                <a:cubicBezTo>
                  <a:pt x="2892037" y="491800"/>
                  <a:pt x="2935854" y="472367"/>
                  <a:pt x="2982148" y="484179"/>
                </a:cubicBezTo>
                <a:cubicBezTo>
                  <a:pt x="3046158" y="500372"/>
                  <a:pt x="3108644" y="499420"/>
                  <a:pt x="3172654" y="483417"/>
                </a:cubicBezTo>
                <a:cubicBezTo>
                  <a:pt x="3276480" y="457508"/>
                  <a:pt x="3380305" y="430076"/>
                  <a:pt x="3489467" y="435790"/>
                </a:cubicBezTo>
                <a:cubicBezTo>
                  <a:pt x="3507563" y="436742"/>
                  <a:pt x="3529090" y="425121"/>
                  <a:pt x="3544713" y="413691"/>
                </a:cubicBezTo>
                <a:cubicBezTo>
                  <a:pt x="3574622" y="391974"/>
                  <a:pt x="3573288" y="390258"/>
                  <a:pt x="3606817" y="408167"/>
                </a:cubicBezTo>
                <a:cubicBezTo>
                  <a:pt x="3614819" y="412549"/>
                  <a:pt x="3624725" y="415215"/>
                  <a:pt x="3630632" y="421693"/>
                </a:cubicBezTo>
                <a:cubicBezTo>
                  <a:pt x="3660731" y="454650"/>
                  <a:pt x="3697880" y="446648"/>
                  <a:pt x="3734837" y="441886"/>
                </a:cubicBezTo>
                <a:cubicBezTo>
                  <a:pt x="3741315" y="440934"/>
                  <a:pt x="3749125" y="439600"/>
                  <a:pt x="3754652" y="442268"/>
                </a:cubicBezTo>
                <a:cubicBezTo>
                  <a:pt x="3779607" y="454268"/>
                  <a:pt x="3800753" y="450078"/>
                  <a:pt x="3822472" y="433694"/>
                </a:cubicBezTo>
                <a:cubicBezTo>
                  <a:pt x="3841331" y="419597"/>
                  <a:pt x="3863049" y="411215"/>
                  <a:pt x="3885338" y="428742"/>
                </a:cubicBezTo>
                <a:cubicBezTo>
                  <a:pt x="3934870" y="467605"/>
                  <a:pt x="3987829" y="469509"/>
                  <a:pt x="4043839" y="444934"/>
                </a:cubicBezTo>
                <a:cubicBezTo>
                  <a:pt x="4083845" y="427407"/>
                  <a:pt x="4123280" y="423407"/>
                  <a:pt x="4165383" y="441124"/>
                </a:cubicBezTo>
                <a:cubicBezTo>
                  <a:pt x="4181576" y="447982"/>
                  <a:pt x="4202531" y="443410"/>
                  <a:pt x="4221391" y="444934"/>
                </a:cubicBezTo>
                <a:cubicBezTo>
                  <a:pt x="4232060" y="445696"/>
                  <a:pt x="4243872" y="445886"/>
                  <a:pt x="4253014" y="450650"/>
                </a:cubicBezTo>
                <a:cubicBezTo>
                  <a:pt x="4277401" y="462843"/>
                  <a:pt x="4300070" y="478463"/>
                  <a:pt x="4324645" y="490466"/>
                </a:cubicBezTo>
                <a:cubicBezTo>
                  <a:pt x="4336457" y="496180"/>
                  <a:pt x="4350554" y="499228"/>
                  <a:pt x="4363890" y="499420"/>
                </a:cubicBezTo>
                <a:cubicBezTo>
                  <a:pt x="4403325" y="500372"/>
                  <a:pt x="4442761" y="500372"/>
                  <a:pt x="4482004" y="498658"/>
                </a:cubicBezTo>
                <a:cubicBezTo>
                  <a:pt x="4546776" y="495990"/>
                  <a:pt x="4612500" y="495418"/>
                  <a:pt x="4659174" y="438648"/>
                </a:cubicBezTo>
                <a:cubicBezTo>
                  <a:pt x="4662986" y="434076"/>
                  <a:pt x="4671176" y="431408"/>
                  <a:pt x="4677655" y="430646"/>
                </a:cubicBezTo>
                <a:cubicBezTo>
                  <a:pt x="4707564" y="427027"/>
                  <a:pt x="4738235" y="426645"/>
                  <a:pt x="4767764" y="420739"/>
                </a:cubicBezTo>
                <a:cubicBezTo>
                  <a:pt x="4791386" y="415977"/>
                  <a:pt x="4811009" y="417501"/>
                  <a:pt x="4828916" y="434266"/>
                </a:cubicBezTo>
                <a:cubicBezTo>
                  <a:pt x="4852348" y="456364"/>
                  <a:pt x="4880925" y="469319"/>
                  <a:pt x="4912168" y="462271"/>
                </a:cubicBezTo>
                <a:cubicBezTo>
                  <a:pt x="4943409" y="455412"/>
                  <a:pt x="4963984" y="470271"/>
                  <a:pt x="4987037" y="485703"/>
                </a:cubicBezTo>
                <a:cubicBezTo>
                  <a:pt x="5003801" y="496942"/>
                  <a:pt x="5022852" y="511040"/>
                  <a:pt x="5041521" y="512182"/>
                </a:cubicBezTo>
                <a:cubicBezTo>
                  <a:pt x="5083814" y="514658"/>
                  <a:pt x="5120201" y="553904"/>
                  <a:pt x="5166113" y="531615"/>
                </a:cubicBezTo>
                <a:cubicBezTo>
                  <a:pt x="5169161" y="530091"/>
                  <a:pt x="5174685" y="533901"/>
                  <a:pt x="5179067" y="534853"/>
                </a:cubicBezTo>
                <a:cubicBezTo>
                  <a:pt x="5214121" y="542093"/>
                  <a:pt x="5247078" y="535043"/>
                  <a:pt x="5272796" y="511230"/>
                </a:cubicBezTo>
                <a:cubicBezTo>
                  <a:pt x="5306516" y="480177"/>
                  <a:pt x="5343855" y="477129"/>
                  <a:pt x="5385384" y="487227"/>
                </a:cubicBezTo>
                <a:cubicBezTo>
                  <a:pt x="5398721" y="490466"/>
                  <a:pt x="5412057" y="492752"/>
                  <a:pt x="5425582" y="495418"/>
                </a:cubicBezTo>
                <a:cubicBezTo>
                  <a:pt x="5443870" y="499228"/>
                  <a:pt x="5462351" y="503230"/>
                  <a:pt x="5480637" y="507040"/>
                </a:cubicBezTo>
                <a:cubicBezTo>
                  <a:pt x="5498356" y="510850"/>
                  <a:pt x="5517979" y="517326"/>
                  <a:pt x="5531693" y="500944"/>
                </a:cubicBezTo>
                <a:cubicBezTo>
                  <a:pt x="5543506" y="486845"/>
                  <a:pt x="5551888" y="488179"/>
                  <a:pt x="5562746" y="500372"/>
                </a:cubicBezTo>
                <a:cubicBezTo>
                  <a:pt x="5600467" y="543045"/>
                  <a:pt x="5646189" y="569716"/>
                  <a:pt x="5704483" y="571620"/>
                </a:cubicBezTo>
                <a:cubicBezTo>
                  <a:pt x="5716485" y="572002"/>
                  <a:pt x="5728678" y="574668"/>
                  <a:pt x="5740488" y="577526"/>
                </a:cubicBezTo>
                <a:cubicBezTo>
                  <a:pt x="5747728" y="579241"/>
                  <a:pt x="5756493" y="581147"/>
                  <a:pt x="5760873" y="586291"/>
                </a:cubicBezTo>
                <a:cubicBezTo>
                  <a:pt x="5794974" y="625534"/>
                  <a:pt x="5837457" y="652777"/>
                  <a:pt x="5883751" y="674686"/>
                </a:cubicBezTo>
                <a:cubicBezTo>
                  <a:pt x="5900323" y="682496"/>
                  <a:pt x="5918042" y="690306"/>
                  <a:pt x="5935949" y="692592"/>
                </a:cubicBezTo>
                <a:cubicBezTo>
                  <a:pt x="5954617" y="694878"/>
                  <a:pt x="5974240" y="691068"/>
                  <a:pt x="5993291" y="688972"/>
                </a:cubicBezTo>
                <a:cubicBezTo>
                  <a:pt x="6004531" y="687830"/>
                  <a:pt x="6017485" y="688020"/>
                  <a:pt x="6026440" y="682496"/>
                </a:cubicBezTo>
                <a:cubicBezTo>
                  <a:pt x="6054825" y="665159"/>
                  <a:pt x="6082258" y="646491"/>
                  <a:pt x="6108738" y="626296"/>
                </a:cubicBezTo>
                <a:cubicBezTo>
                  <a:pt x="6131409" y="608960"/>
                  <a:pt x="6135981" y="606483"/>
                  <a:pt x="6155602" y="628202"/>
                </a:cubicBezTo>
                <a:cubicBezTo>
                  <a:pt x="6175797" y="650491"/>
                  <a:pt x="6200944" y="662111"/>
                  <a:pt x="6228756" y="666873"/>
                </a:cubicBezTo>
                <a:cubicBezTo>
                  <a:pt x="6272764" y="674304"/>
                  <a:pt x="6317151" y="680590"/>
                  <a:pt x="6361539" y="684210"/>
                </a:cubicBezTo>
                <a:cubicBezTo>
                  <a:pt x="6401736" y="687448"/>
                  <a:pt x="6420977" y="669922"/>
                  <a:pt x="6428979" y="630106"/>
                </a:cubicBezTo>
                <a:cubicBezTo>
                  <a:pt x="6433551" y="608007"/>
                  <a:pt x="6439458" y="584003"/>
                  <a:pt x="6463840" y="578098"/>
                </a:cubicBezTo>
                <a:cubicBezTo>
                  <a:pt x="6503658" y="568572"/>
                  <a:pt x="6544997" y="564382"/>
                  <a:pt x="6564620" y="517708"/>
                </a:cubicBezTo>
                <a:cubicBezTo>
                  <a:pt x="6575478" y="527995"/>
                  <a:pt x="6582146" y="534091"/>
                  <a:pt x="6588625" y="540187"/>
                </a:cubicBezTo>
                <a:cubicBezTo>
                  <a:pt x="6606531" y="557142"/>
                  <a:pt x="6643678" y="564382"/>
                  <a:pt x="6662541" y="549714"/>
                </a:cubicBezTo>
                <a:cubicBezTo>
                  <a:pt x="6690354" y="528377"/>
                  <a:pt x="6715883" y="532377"/>
                  <a:pt x="6742552" y="548952"/>
                </a:cubicBezTo>
                <a:cubicBezTo>
                  <a:pt x="6764841" y="562668"/>
                  <a:pt x="6788417" y="567954"/>
                  <a:pt x="6812063" y="568430"/>
                </a:cubicBezTo>
                <a:lnTo>
                  <a:pt x="6858001" y="562267"/>
                </a:lnTo>
                <a:lnTo>
                  <a:pt x="6858001" y="734520"/>
                </a:lnTo>
                <a:lnTo>
                  <a:pt x="6815516" y="744220"/>
                </a:lnTo>
                <a:cubicBezTo>
                  <a:pt x="6793035" y="749744"/>
                  <a:pt x="6771319" y="759651"/>
                  <a:pt x="6748458" y="763271"/>
                </a:cubicBezTo>
                <a:cubicBezTo>
                  <a:pt x="6694164" y="771843"/>
                  <a:pt x="6639488" y="777939"/>
                  <a:pt x="6584812" y="784797"/>
                </a:cubicBezTo>
                <a:cubicBezTo>
                  <a:pt x="6528424" y="791846"/>
                  <a:pt x="6472225" y="799276"/>
                  <a:pt x="6415833" y="805562"/>
                </a:cubicBezTo>
                <a:cubicBezTo>
                  <a:pt x="6384972" y="808802"/>
                  <a:pt x="6353919" y="809372"/>
                  <a:pt x="6323058" y="812420"/>
                </a:cubicBezTo>
                <a:cubicBezTo>
                  <a:pt x="6296005" y="815088"/>
                  <a:pt x="6269144" y="820041"/>
                  <a:pt x="6242093" y="823281"/>
                </a:cubicBezTo>
                <a:cubicBezTo>
                  <a:pt x="6218660" y="825947"/>
                  <a:pt x="6195037" y="827471"/>
                  <a:pt x="6171605" y="830139"/>
                </a:cubicBezTo>
                <a:cubicBezTo>
                  <a:pt x="6134075" y="834519"/>
                  <a:pt x="6096736" y="839473"/>
                  <a:pt x="6059397" y="844045"/>
                </a:cubicBezTo>
                <a:cubicBezTo>
                  <a:pt x="6043776" y="845759"/>
                  <a:pt x="6027392" y="850522"/>
                  <a:pt x="6012723" y="847665"/>
                </a:cubicBezTo>
                <a:cubicBezTo>
                  <a:pt x="5975764" y="840425"/>
                  <a:pt x="5939377" y="842521"/>
                  <a:pt x="5902610" y="847473"/>
                </a:cubicBezTo>
                <a:cubicBezTo>
                  <a:pt x="5890037" y="849190"/>
                  <a:pt x="5876511" y="848808"/>
                  <a:pt x="5864318" y="845569"/>
                </a:cubicBezTo>
                <a:cubicBezTo>
                  <a:pt x="5839361" y="839091"/>
                  <a:pt x="5815169" y="829947"/>
                  <a:pt x="5790592" y="821947"/>
                </a:cubicBezTo>
                <a:cubicBezTo>
                  <a:pt x="5787924" y="820995"/>
                  <a:pt x="5784686" y="820803"/>
                  <a:pt x="5781830" y="820233"/>
                </a:cubicBezTo>
                <a:cubicBezTo>
                  <a:pt x="5765635" y="816992"/>
                  <a:pt x="5749634" y="813754"/>
                  <a:pt x="5733440" y="810896"/>
                </a:cubicBezTo>
                <a:cubicBezTo>
                  <a:pt x="5724678" y="809372"/>
                  <a:pt x="5715723" y="809182"/>
                  <a:pt x="5706959" y="807848"/>
                </a:cubicBezTo>
                <a:cubicBezTo>
                  <a:pt x="5673050" y="802514"/>
                  <a:pt x="5635711" y="811468"/>
                  <a:pt x="5606372" y="788417"/>
                </a:cubicBezTo>
                <a:cubicBezTo>
                  <a:pt x="5587321" y="773557"/>
                  <a:pt x="5568842" y="776987"/>
                  <a:pt x="5548460" y="779273"/>
                </a:cubicBezTo>
                <a:cubicBezTo>
                  <a:pt x="5533027" y="780987"/>
                  <a:pt x="5517215" y="780415"/>
                  <a:pt x="5501594" y="780607"/>
                </a:cubicBezTo>
                <a:cubicBezTo>
                  <a:pt x="5474161" y="781177"/>
                  <a:pt x="5446728" y="781369"/>
                  <a:pt x="5419295" y="782321"/>
                </a:cubicBezTo>
                <a:cubicBezTo>
                  <a:pt x="5410531" y="782701"/>
                  <a:pt x="5401579" y="787465"/>
                  <a:pt x="5393005" y="786703"/>
                </a:cubicBezTo>
                <a:cubicBezTo>
                  <a:pt x="5353379" y="783083"/>
                  <a:pt x="5313754" y="777367"/>
                  <a:pt x="5274129" y="774129"/>
                </a:cubicBezTo>
                <a:cubicBezTo>
                  <a:pt x="5251650" y="772225"/>
                  <a:pt x="5228597" y="775843"/>
                  <a:pt x="5206308" y="773177"/>
                </a:cubicBezTo>
                <a:cubicBezTo>
                  <a:pt x="5180591" y="770129"/>
                  <a:pt x="5155445" y="762319"/>
                  <a:pt x="5129916" y="757554"/>
                </a:cubicBezTo>
                <a:cubicBezTo>
                  <a:pt x="5122867" y="756222"/>
                  <a:pt x="5115057" y="757936"/>
                  <a:pt x="5107627" y="758316"/>
                </a:cubicBezTo>
                <a:cubicBezTo>
                  <a:pt x="5099245" y="758699"/>
                  <a:pt x="5091052" y="759461"/>
                  <a:pt x="5082670" y="759651"/>
                </a:cubicBezTo>
                <a:cubicBezTo>
                  <a:pt x="5057141" y="760033"/>
                  <a:pt x="5031614" y="759461"/>
                  <a:pt x="5006086" y="760795"/>
                </a:cubicBezTo>
                <a:cubicBezTo>
                  <a:pt x="4990465" y="761557"/>
                  <a:pt x="4974082" y="769367"/>
                  <a:pt x="4959602" y="766509"/>
                </a:cubicBezTo>
                <a:cubicBezTo>
                  <a:pt x="4930075" y="760985"/>
                  <a:pt x="4900546" y="773367"/>
                  <a:pt x="4871019" y="763081"/>
                </a:cubicBezTo>
                <a:cubicBezTo>
                  <a:pt x="4861873" y="760033"/>
                  <a:pt x="4849300" y="767653"/>
                  <a:pt x="4838250" y="768033"/>
                </a:cubicBezTo>
                <a:cubicBezTo>
                  <a:pt x="4810627" y="768985"/>
                  <a:pt x="4783004" y="768795"/>
                  <a:pt x="4755381" y="768605"/>
                </a:cubicBezTo>
                <a:cubicBezTo>
                  <a:pt x="4730614" y="768415"/>
                  <a:pt x="4704895" y="771081"/>
                  <a:pt x="4681083" y="765747"/>
                </a:cubicBezTo>
                <a:cubicBezTo>
                  <a:pt x="4656126" y="760033"/>
                  <a:pt x="4633647" y="760795"/>
                  <a:pt x="4609452" y="767271"/>
                </a:cubicBezTo>
                <a:cubicBezTo>
                  <a:pt x="4592878" y="771653"/>
                  <a:pt x="4575351" y="772225"/>
                  <a:pt x="4558207" y="773557"/>
                </a:cubicBezTo>
                <a:cubicBezTo>
                  <a:pt x="4539728" y="775081"/>
                  <a:pt x="4519343" y="771081"/>
                  <a:pt x="4502579" y="777367"/>
                </a:cubicBezTo>
                <a:cubicBezTo>
                  <a:pt x="4452665" y="796038"/>
                  <a:pt x="4401419" y="800038"/>
                  <a:pt x="4349222" y="800038"/>
                </a:cubicBezTo>
                <a:cubicBezTo>
                  <a:pt x="4339695" y="800038"/>
                  <a:pt x="4329979" y="797372"/>
                  <a:pt x="4320837" y="794514"/>
                </a:cubicBezTo>
                <a:cubicBezTo>
                  <a:pt x="4267493" y="777367"/>
                  <a:pt x="4213961" y="778891"/>
                  <a:pt x="4159667" y="789370"/>
                </a:cubicBezTo>
                <a:cubicBezTo>
                  <a:pt x="4148427" y="791656"/>
                  <a:pt x="4135854" y="792038"/>
                  <a:pt x="4124614" y="789752"/>
                </a:cubicBezTo>
                <a:cubicBezTo>
                  <a:pt x="4092989" y="783083"/>
                  <a:pt x="4062318" y="772033"/>
                  <a:pt x="4030503" y="767271"/>
                </a:cubicBezTo>
                <a:cubicBezTo>
                  <a:pt x="3977925" y="759461"/>
                  <a:pt x="3932394" y="785749"/>
                  <a:pt x="3885338" y="802896"/>
                </a:cubicBezTo>
                <a:cubicBezTo>
                  <a:pt x="3840569" y="819089"/>
                  <a:pt x="3802467" y="855666"/>
                  <a:pt x="3749506" y="847473"/>
                </a:cubicBezTo>
                <a:cubicBezTo>
                  <a:pt x="3744173" y="846711"/>
                  <a:pt x="3738267" y="851856"/>
                  <a:pt x="3732361" y="853190"/>
                </a:cubicBezTo>
                <a:cubicBezTo>
                  <a:pt x="3716168" y="856810"/>
                  <a:pt x="3699976" y="861190"/>
                  <a:pt x="3683591" y="862906"/>
                </a:cubicBezTo>
                <a:cubicBezTo>
                  <a:pt x="3663589" y="865192"/>
                  <a:pt x="3643204" y="864430"/>
                  <a:pt x="3623201" y="866334"/>
                </a:cubicBezTo>
                <a:cubicBezTo>
                  <a:pt x="3597482" y="868620"/>
                  <a:pt x="3572146" y="874716"/>
                  <a:pt x="3546617" y="874716"/>
                </a:cubicBezTo>
                <a:cubicBezTo>
                  <a:pt x="3526042" y="874716"/>
                  <a:pt x="3505657" y="867668"/>
                  <a:pt x="3485275" y="864238"/>
                </a:cubicBezTo>
                <a:cubicBezTo>
                  <a:pt x="3456508" y="859476"/>
                  <a:pt x="3424883" y="860810"/>
                  <a:pt x="3399546" y="848618"/>
                </a:cubicBezTo>
                <a:cubicBezTo>
                  <a:pt x="3372495" y="835663"/>
                  <a:pt x="3346776" y="829757"/>
                  <a:pt x="3318771" y="833757"/>
                </a:cubicBezTo>
                <a:cubicBezTo>
                  <a:pt x="3309437" y="835091"/>
                  <a:pt x="3297434" y="843093"/>
                  <a:pt x="3293244" y="851284"/>
                </a:cubicBezTo>
                <a:cubicBezTo>
                  <a:pt x="3283908" y="869572"/>
                  <a:pt x="3271145" y="872812"/>
                  <a:pt x="3253809" y="866524"/>
                </a:cubicBezTo>
                <a:cubicBezTo>
                  <a:pt x="3238758" y="861190"/>
                  <a:pt x="3220280" y="858524"/>
                  <a:pt x="3209993" y="848235"/>
                </a:cubicBezTo>
                <a:cubicBezTo>
                  <a:pt x="3180844" y="819089"/>
                  <a:pt x="3143695" y="818136"/>
                  <a:pt x="3107500" y="810326"/>
                </a:cubicBezTo>
                <a:cubicBezTo>
                  <a:pt x="3085403" y="805562"/>
                  <a:pt x="3064827" y="805372"/>
                  <a:pt x="3042728" y="808610"/>
                </a:cubicBezTo>
                <a:cubicBezTo>
                  <a:pt x="2994722" y="815850"/>
                  <a:pt x="2948047" y="805562"/>
                  <a:pt x="2901943" y="792418"/>
                </a:cubicBezTo>
                <a:cubicBezTo>
                  <a:pt x="2871462" y="783655"/>
                  <a:pt x="2840219" y="778321"/>
                  <a:pt x="2809930" y="769367"/>
                </a:cubicBezTo>
                <a:cubicBezTo>
                  <a:pt x="2787259" y="762509"/>
                  <a:pt x="2764590" y="754316"/>
                  <a:pt x="2743826" y="743268"/>
                </a:cubicBezTo>
                <a:cubicBezTo>
                  <a:pt x="2713723" y="727073"/>
                  <a:pt x="2687436" y="702689"/>
                  <a:pt x="2649143" y="709167"/>
                </a:cubicBezTo>
                <a:cubicBezTo>
                  <a:pt x="2615421" y="714881"/>
                  <a:pt x="2584942" y="702881"/>
                  <a:pt x="2554079" y="691450"/>
                </a:cubicBezTo>
                <a:cubicBezTo>
                  <a:pt x="2531409" y="683068"/>
                  <a:pt x="2508742" y="674494"/>
                  <a:pt x="2485307" y="669160"/>
                </a:cubicBezTo>
                <a:cubicBezTo>
                  <a:pt x="2457492" y="662873"/>
                  <a:pt x="2426059" y="665541"/>
                  <a:pt x="2401292" y="653919"/>
                </a:cubicBezTo>
                <a:cubicBezTo>
                  <a:pt x="2375383" y="641727"/>
                  <a:pt x="2353859" y="649919"/>
                  <a:pt x="2330806" y="653349"/>
                </a:cubicBezTo>
                <a:cubicBezTo>
                  <a:pt x="2294039" y="658683"/>
                  <a:pt x="2257459" y="668590"/>
                  <a:pt x="2220312" y="656015"/>
                </a:cubicBezTo>
                <a:cubicBezTo>
                  <a:pt x="2175163" y="640775"/>
                  <a:pt x="2130393" y="624392"/>
                  <a:pt x="2085054" y="609914"/>
                </a:cubicBezTo>
                <a:cubicBezTo>
                  <a:pt x="2067525" y="604387"/>
                  <a:pt x="2048668" y="602101"/>
                  <a:pt x="2030378" y="599625"/>
                </a:cubicBezTo>
                <a:cubicBezTo>
                  <a:pt x="2013043" y="597529"/>
                  <a:pt x="1992279" y="602863"/>
                  <a:pt x="1978940" y="594863"/>
                </a:cubicBezTo>
                <a:cubicBezTo>
                  <a:pt x="1944649" y="574288"/>
                  <a:pt x="1909408" y="564192"/>
                  <a:pt x="1869780" y="564192"/>
                </a:cubicBezTo>
                <a:cubicBezTo>
                  <a:pt x="1854920" y="564192"/>
                  <a:pt x="1840441" y="555618"/>
                  <a:pt x="1825393" y="554094"/>
                </a:cubicBezTo>
                <a:cubicBezTo>
                  <a:pt x="1804816" y="552190"/>
                  <a:pt x="1781194" y="547045"/>
                  <a:pt x="1763287" y="554286"/>
                </a:cubicBezTo>
                <a:cubicBezTo>
                  <a:pt x="1721185" y="571430"/>
                  <a:pt x="1687086" y="557142"/>
                  <a:pt x="1650317" y="540187"/>
                </a:cubicBezTo>
                <a:cubicBezTo>
                  <a:pt x="1614120" y="523423"/>
                  <a:pt x="1576019" y="510088"/>
                  <a:pt x="1537537" y="499038"/>
                </a:cubicBezTo>
                <a:cubicBezTo>
                  <a:pt x="1523059" y="495038"/>
                  <a:pt x="1505724" y="501706"/>
                  <a:pt x="1489720" y="503038"/>
                </a:cubicBezTo>
                <a:cubicBezTo>
                  <a:pt x="1484004" y="503420"/>
                  <a:pt x="1477717" y="503992"/>
                  <a:pt x="1472575" y="502086"/>
                </a:cubicBezTo>
                <a:cubicBezTo>
                  <a:pt x="1422854" y="483797"/>
                  <a:pt x="1372368" y="469891"/>
                  <a:pt x="1318456" y="479415"/>
                </a:cubicBezTo>
                <a:cubicBezTo>
                  <a:pt x="1313504" y="480369"/>
                  <a:pt x="1307978" y="478273"/>
                  <a:pt x="1303024" y="476939"/>
                </a:cubicBezTo>
                <a:cubicBezTo>
                  <a:pt x="1278829" y="470081"/>
                  <a:pt x="1255206" y="459223"/>
                  <a:pt x="1230633" y="456746"/>
                </a:cubicBezTo>
                <a:cubicBezTo>
                  <a:pt x="1170051" y="450650"/>
                  <a:pt x="1109091" y="448172"/>
                  <a:pt x="1048125" y="444172"/>
                </a:cubicBezTo>
                <a:cubicBezTo>
                  <a:pt x="1044315" y="443982"/>
                  <a:pt x="1040315" y="443982"/>
                  <a:pt x="1036887" y="442648"/>
                </a:cubicBezTo>
                <a:cubicBezTo>
                  <a:pt x="1014406" y="434456"/>
                  <a:pt x="994785" y="437124"/>
                  <a:pt x="975733" y="452744"/>
                </a:cubicBezTo>
                <a:cubicBezTo>
                  <a:pt x="967350" y="459603"/>
                  <a:pt x="955920" y="463223"/>
                  <a:pt x="945444" y="467033"/>
                </a:cubicBezTo>
                <a:cubicBezTo>
                  <a:pt x="930011" y="472749"/>
                  <a:pt x="914200" y="478273"/>
                  <a:pt x="898198" y="481893"/>
                </a:cubicBezTo>
                <a:cubicBezTo>
                  <a:pt x="882384" y="485321"/>
                  <a:pt x="865430" y="490084"/>
                  <a:pt x="850189" y="487417"/>
                </a:cubicBezTo>
                <a:cubicBezTo>
                  <a:pt x="822756" y="482655"/>
                  <a:pt x="796655" y="471987"/>
                  <a:pt x="769605" y="464937"/>
                </a:cubicBezTo>
                <a:cubicBezTo>
                  <a:pt x="760270" y="462461"/>
                  <a:pt x="749982" y="462843"/>
                  <a:pt x="740268" y="462651"/>
                </a:cubicBezTo>
                <a:cubicBezTo>
                  <a:pt x="717977" y="462081"/>
                  <a:pt x="695116" y="467605"/>
                  <a:pt x="674923" y="451792"/>
                </a:cubicBezTo>
                <a:cubicBezTo>
                  <a:pt x="656255" y="436934"/>
                  <a:pt x="637392" y="441314"/>
                  <a:pt x="617772" y="452554"/>
                </a:cubicBezTo>
                <a:cubicBezTo>
                  <a:pt x="603673" y="460557"/>
                  <a:pt x="587672" y="466843"/>
                  <a:pt x="571860" y="469891"/>
                </a:cubicBezTo>
                <a:cubicBezTo>
                  <a:pt x="550141" y="474081"/>
                  <a:pt x="528615" y="475797"/>
                  <a:pt x="505182" y="473319"/>
                </a:cubicBezTo>
                <a:cubicBezTo>
                  <a:pt x="488607" y="471605"/>
                  <a:pt x="475081" y="470843"/>
                  <a:pt x="462126" y="460747"/>
                </a:cubicBezTo>
                <a:cubicBezTo>
                  <a:pt x="460032" y="459223"/>
                  <a:pt x="456222" y="458841"/>
                  <a:pt x="453364" y="459033"/>
                </a:cubicBezTo>
                <a:cubicBezTo>
                  <a:pt x="415835" y="462271"/>
                  <a:pt x="378686" y="460557"/>
                  <a:pt x="340774" y="458268"/>
                </a:cubicBezTo>
                <a:cubicBezTo>
                  <a:pt x="292579" y="455222"/>
                  <a:pt x="241901" y="464175"/>
                  <a:pt x="200182" y="496180"/>
                </a:cubicBezTo>
                <a:cubicBezTo>
                  <a:pt x="194085" y="500944"/>
                  <a:pt x="184941" y="503038"/>
                  <a:pt x="176939" y="504182"/>
                </a:cubicBezTo>
                <a:cubicBezTo>
                  <a:pt x="139219" y="509134"/>
                  <a:pt x="101308" y="512564"/>
                  <a:pt x="63587" y="518088"/>
                </a:cubicBezTo>
                <a:cubicBezTo>
                  <a:pt x="43012" y="521137"/>
                  <a:pt x="21486" y="523805"/>
                  <a:pt x="2817" y="532187"/>
                </a:cubicBezTo>
                <a:lnTo>
                  <a:pt x="0" y="533314"/>
                </a:lnTo>
                <a:close/>
              </a:path>
            </a:pathLst>
          </a:custGeom>
          <a:blipFill dpi="0" rotWithShape="1">
            <a:blip r:embed="rId3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238B4-6AF1-9A24-9A06-DFA34C070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1" y="3047999"/>
            <a:ext cx="6095999" cy="3048001"/>
          </a:xfrm>
        </p:spPr>
        <p:txBody>
          <a:bodyPr>
            <a:normAutofit/>
          </a:bodyPr>
          <a:lstStyle/>
          <a:p>
            <a:r>
              <a:rPr lang="en-US" dirty="0"/>
              <a:t>Does increasing calorie intake from 2500 to 3500 calories increase weight gain?</a:t>
            </a:r>
          </a:p>
          <a:p>
            <a:r>
              <a:rPr lang="en-US" dirty="0"/>
              <a:t>The body weight was the dependent variable.</a:t>
            </a:r>
          </a:p>
          <a:p>
            <a:r>
              <a:rPr lang="en-US" dirty="0"/>
              <a:t>Calorie intake was the independent variable.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64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964CBE2-084A-47DF-A704-CF5F6217B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3EBB7E-05AB-9D35-72DB-E47D80177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6528" y="551329"/>
            <a:ext cx="3563471" cy="2877672"/>
          </a:xfrm>
        </p:spPr>
        <p:txBody>
          <a:bodyPr vert="horz" lIns="91440" tIns="45720" rIns="91440" bIns="45720" rtlCol="0" anchor="b" anchorCtr="0">
            <a:normAutofit fontScale="90000"/>
          </a:bodyPr>
          <a:lstStyle/>
          <a:p>
            <a:pPr algn="r"/>
            <a:r>
              <a:rPr lang="en-US" sz="5600" dirty="0"/>
              <a:t>Line graph showing weight gain trend </a:t>
            </a:r>
          </a:p>
        </p:txBody>
      </p:sp>
      <p:pic>
        <p:nvPicPr>
          <p:cNvPr id="11" name="Content Placeholder 10" descr="A graph with blue dots&#10;&#10;AI-generated content may be incorrect.">
            <a:extLst>
              <a:ext uri="{FF2B5EF4-FFF2-40B4-BE49-F238E27FC236}">
                <a16:creationId xmlns:a16="http://schemas.microsoft.com/office/drawing/2014/main" id="{A1C05C8A-A21F-5B5B-B384-EC51B8AD39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303" y="793377"/>
            <a:ext cx="7703011" cy="4679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645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A69113-2DFF-D6B5-EE94-0E77A1A2F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1" y="1163594"/>
            <a:ext cx="6095999" cy="1624055"/>
          </a:xfrm>
        </p:spPr>
        <p:txBody>
          <a:bodyPr anchor="b">
            <a:normAutofit/>
          </a:bodyPr>
          <a:lstStyle/>
          <a:p>
            <a:r>
              <a:rPr lang="en-US"/>
              <a:t>Hypothesis testing</a:t>
            </a:r>
          </a:p>
        </p:txBody>
      </p:sp>
      <p:pic>
        <p:nvPicPr>
          <p:cNvPr id="14" name="Picture 13" descr="Dumbbell rack at gym">
            <a:extLst>
              <a:ext uri="{FF2B5EF4-FFF2-40B4-BE49-F238E27FC236}">
                <a16:creationId xmlns:a16="http://schemas.microsoft.com/office/drawing/2014/main" id="{FCBEE185-AD6A-42A0-EE8E-F304EE344C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91" r="42476" b="-1"/>
          <a:stretch/>
        </p:blipFill>
        <p:spPr>
          <a:xfrm>
            <a:off x="20" y="10"/>
            <a:ext cx="4571982" cy="6857992"/>
          </a:xfrm>
          <a:custGeom>
            <a:avLst/>
            <a:gdLst/>
            <a:ahLst/>
            <a:cxnLst/>
            <a:rect l="l" t="t" r="r" b="b"/>
            <a:pathLst>
              <a:path w="4572002" h="6858002">
                <a:moveTo>
                  <a:pt x="4295315" y="6438981"/>
                </a:moveTo>
                <a:lnTo>
                  <a:pt x="4275384" y="6463840"/>
                </a:lnTo>
                <a:lnTo>
                  <a:pt x="4275382" y="6463849"/>
                </a:lnTo>
                <a:lnTo>
                  <a:pt x="4261587" y="6513012"/>
                </a:lnTo>
                <a:lnTo>
                  <a:pt x="4242781" y="6546194"/>
                </a:lnTo>
                <a:lnTo>
                  <a:pt x="4242781" y="6546195"/>
                </a:lnTo>
                <a:lnTo>
                  <a:pt x="4259119" y="6521804"/>
                </a:lnTo>
                <a:lnTo>
                  <a:pt x="4261587" y="6513012"/>
                </a:lnTo>
                <a:lnTo>
                  <a:pt x="4264397" y="6508052"/>
                </a:lnTo>
                <a:lnTo>
                  <a:pt x="4275382" y="6463849"/>
                </a:lnTo>
                <a:lnTo>
                  <a:pt x="4275384" y="6463841"/>
                </a:lnTo>
                <a:cubicBezTo>
                  <a:pt x="4278336" y="6451650"/>
                  <a:pt x="4285813" y="6444077"/>
                  <a:pt x="4295315" y="6438981"/>
                </a:cubicBezTo>
                <a:close/>
                <a:moveTo>
                  <a:pt x="4211111" y="2836172"/>
                </a:moveTo>
                <a:lnTo>
                  <a:pt x="4202420" y="2848793"/>
                </a:lnTo>
                <a:cubicBezTo>
                  <a:pt x="4192420" y="2881226"/>
                  <a:pt x="4178988" y="2913982"/>
                  <a:pt x="4177881" y="2947862"/>
                </a:cubicBezTo>
                <a:lnTo>
                  <a:pt x="4177881" y="2947863"/>
                </a:lnTo>
                <a:lnTo>
                  <a:pt x="4177881" y="2947863"/>
                </a:lnTo>
                <a:cubicBezTo>
                  <a:pt x="4177512" y="2959157"/>
                  <a:pt x="4178512" y="2970576"/>
                  <a:pt x="4181465" y="2982149"/>
                </a:cubicBezTo>
                <a:lnTo>
                  <a:pt x="4193158" y="3077402"/>
                </a:lnTo>
                <a:lnTo>
                  <a:pt x="4180703" y="3172654"/>
                </a:lnTo>
                <a:cubicBezTo>
                  <a:pt x="4154794" y="3276480"/>
                  <a:pt x="4127362" y="3380305"/>
                  <a:pt x="4133076" y="3489467"/>
                </a:cubicBezTo>
                <a:cubicBezTo>
                  <a:pt x="4134028" y="3507563"/>
                  <a:pt x="4122407" y="3529090"/>
                  <a:pt x="4110977" y="3544713"/>
                </a:cubicBezTo>
                <a:cubicBezTo>
                  <a:pt x="4100119" y="3559668"/>
                  <a:pt x="4094260" y="3566811"/>
                  <a:pt x="4093355" y="3574408"/>
                </a:cubicBezTo>
                <a:lnTo>
                  <a:pt x="4093356" y="3574408"/>
                </a:lnTo>
                <a:lnTo>
                  <a:pt x="4093355" y="3574409"/>
                </a:lnTo>
                <a:cubicBezTo>
                  <a:pt x="4092450" y="3582005"/>
                  <a:pt x="4096499" y="3590054"/>
                  <a:pt x="4105453" y="3606818"/>
                </a:cubicBezTo>
                <a:cubicBezTo>
                  <a:pt x="4109835" y="3614820"/>
                  <a:pt x="4112501" y="3624726"/>
                  <a:pt x="4118979" y="3630633"/>
                </a:cubicBezTo>
                <a:cubicBezTo>
                  <a:pt x="4127218" y="3638158"/>
                  <a:pt x="4132898" y="3646123"/>
                  <a:pt x="4136708" y="3654416"/>
                </a:cubicBezTo>
                <a:lnTo>
                  <a:pt x="4143220" y="3680164"/>
                </a:lnTo>
                <a:lnTo>
                  <a:pt x="4139172" y="3734837"/>
                </a:lnTo>
                <a:lnTo>
                  <a:pt x="4139172" y="3734838"/>
                </a:lnTo>
                <a:lnTo>
                  <a:pt x="4139172" y="3734838"/>
                </a:lnTo>
                <a:cubicBezTo>
                  <a:pt x="4138220" y="3741316"/>
                  <a:pt x="4136886" y="3749126"/>
                  <a:pt x="4139554" y="3754653"/>
                </a:cubicBezTo>
                <a:lnTo>
                  <a:pt x="4145911" y="3789776"/>
                </a:lnTo>
                <a:lnTo>
                  <a:pt x="4130980" y="3822472"/>
                </a:lnTo>
                <a:cubicBezTo>
                  <a:pt x="4123932" y="3831902"/>
                  <a:pt x="4118312" y="3842046"/>
                  <a:pt x="4116645" y="3852619"/>
                </a:cubicBezTo>
                <a:lnTo>
                  <a:pt x="4116645" y="3852620"/>
                </a:lnTo>
                <a:lnTo>
                  <a:pt x="4116645" y="3852620"/>
                </a:lnTo>
                <a:cubicBezTo>
                  <a:pt x="4114978" y="3863193"/>
                  <a:pt x="4117265" y="3874195"/>
                  <a:pt x="4126028" y="3885339"/>
                </a:cubicBezTo>
                <a:cubicBezTo>
                  <a:pt x="4135744" y="3897722"/>
                  <a:pt x="4143150" y="3910319"/>
                  <a:pt x="4148409" y="3923125"/>
                </a:cubicBezTo>
                <a:lnTo>
                  <a:pt x="4157913" y="3962160"/>
                </a:lnTo>
                <a:lnTo>
                  <a:pt x="4155523" y="4002410"/>
                </a:lnTo>
                <a:cubicBezTo>
                  <a:pt x="4152853" y="4016025"/>
                  <a:pt x="4148364" y="4029837"/>
                  <a:pt x="4142220" y="4043839"/>
                </a:cubicBezTo>
                <a:cubicBezTo>
                  <a:pt x="4133457" y="4063842"/>
                  <a:pt x="4128075" y="4083702"/>
                  <a:pt x="4127099" y="4103825"/>
                </a:cubicBezTo>
                <a:lnTo>
                  <a:pt x="4127099" y="4103826"/>
                </a:lnTo>
                <a:lnTo>
                  <a:pt x="4127099" y="4103826"/>
                </a:lnTo>
                <a:cubicBezTo>
                  <a:pt x="4126122" y="4123948"/>
                  <a:pt x="4129552" y="4144333"/>
                  <a:pt x="4138410" y="4165384"/>
                </a:cubicBezTo>
                <a:lnTo>
                  <a:pt x="4142315" y="4192388"/>
                </a:lnTo>
                <a:lnTo>
                  <a:pt x="4142220" y="4221391"/>
                </a:lnTo>
                <a:lnTo>
                  <a:pt x="4142220" y="4221391"/>
                </a:lnTo>
                <a:lnTo>
                  <a:pt x="4142220" y="4221392"/>
                </a:lnTo>
                <a:cubicBezTo>
                  <a:pt x="4142982" y="4232061"/>
                  <a:pt x="4143172" y="4243873"/>
                  <a:pt x="4147936" y="4253015"/>
                </a:cubicBezTo>
                <a:cubicBezTo>
                  <a:pt x="4160129" y="4277402"/>
                  <a:pt x="4175749" y="4300071"/>
                  <a:pt x="4187752" y="4324646"/>
                </a:cubicBezTo>
                <a:lnTo>
                  <a:pt x="4196706" y="4363891"/>
                </a:lnTo>
                <a:lnTo>
                  <a:pt x="4195944" y="4482004"/>
                </a:lnTo>
                <a:cubicBezTo>
                  <a:pt x="4193276" y="4546776"/>
                  <a:pt x="4192704" y="4612500"/>
                  <a:pt x="4135934" y="4659174"/>
                </a:cubicBezTo>
                <a:cubicBezTo>
                  <a:pt x="4131362" y="4662986"/>
                  <a:pt x="4128694" y="4671176"/>
                  <a:pt x="4127932" y="4677655"/>
                </a:cubicBezTo>
                <a:cubicBezTo>
                  <a:pt x="4124313" y="4707564"/>
                  <a:pt x="4123931" y="4738235"/>
                  <a:pt x="4118025" y="4767764"/>
                </a:cubicBezTo>
                <a:cubicBezTo>
                  <a:pt x="4115644" y="4779575"/>
                  <a:pt x="4114835" y="4790386"/>
                  <a:pt x="4116716" y="4800483"/>
                </a:cubicBezTo>
                <a:lnTo>
                  <a:pt x="4116716" y="4800483"/>
                </a:lnTo>
                <a:lnTo>
                  <a:pt x="4116716" y="4800484"/>
                </a:lnTo>
                <a:cubicBezTo>
                  <a:pt x="4118597" y="4810581"/>
                  <a:pt x="4123170" y="4819964"/>
                  <a:pt x="4131552" y="4828917"/>
                </a:cubicBezTo>
                <a:cubicBezTo>
                  <a:pt x="4142601" y="4840633"/>
                  <a:pt x="4151364" y="4853636"/>
                  <a:pt x="4156484" y="4867614"/>
                </a:cubicBezTo>
                <a:lnTo>
                  <a:pt x="4161262" y="4889275"/>
                </a:lnTo>
                <a:lnTo>
                  <a:pt x="4159557" y="4912168"/>
                </a:lnTo>
                <a:cubicBezTo>
                  <a:pt x="4157842" y="4919978"/>
                  <a:pt x="4157485" y="4927122"/>
                  <a:pt x="4158155" y="4933805"/>
                </a:cubicBezTo>
                <a:lnTo>
                  <a:pt x="4158155" y="4933805"/>
                </a:lnTo>
                <a:lnTo>
                  <a:pt x="4158155" y="4933806"/>
                </a:lnTo>
                <a:cubicBezTo>
                  <a:pt x="4160163" y="4953853"/>
                  <a:pt x="4171415" y="4969748"/>
                  <a:pt x="4182989" y="4987038"/>
                </a:cubicBezTo>
                <a:cubicBezTo>
                  <a:pt x="4194228" y="5003802"/>
                  <a:pt x="4208326" y="5022853"/>
                  <a:pt x="4209468" y="5041522"/>
                </a:cubicBezTo>
                <a:cubicBezTo>
                  <a:pt x="4210706" y="5062669"/>
                  <a:pt x="4221137" y="5082339"/>
                  <a:pt x="4228472" y="5102461"/>
                </a:cubicBezTo>
                <a:lnTo>
                  <a:pt x="4235616" y="5133225"/>
                </a:lnTo>
                <a:lnTo>
                  <a:pt x="4228901" y="5166113"/>
                </a:lnTo>
                <a:lnTo>
                  <a:pt x="4228901" y="5166114"/>
                </a:lnTo>
                <a:lnTo>
                  <a:pt x="4228901" y="5166114"/>
                </a:lnTo>
                <a:cubicBezTo>
                  <a:pt x="4228139" y="5167638"/>
                  <a:pt x="4228711" y="5169781"/>
                  <a:pt x="4229592" y="5172091"/>
                </a:cubicBezTo>
                <a:lnTo>
                  <a:pt x="4232139" y="5179068"/>
                </a:lnTo>
                <a:lnTo>
                  <a:pt x="4231973" y="5229433"/>
                </a:lnTo>
                <a:cubicBezTo>
                  <a:pt x="4228139" y="5245269"/>
                  <a:pt x="4220423" y="5259937"/>
                  <a:pt x="4208516" y="5272796"/>
                </a:cubicBezTo>
                <a:cubicBezTo>
                  <a:pt x="4185226" y="5298086"/>
                  <a:pt x="4177689" y="5325412"/>
                  <a:pt x="4179637" y="5355014"/>
                </a:cubicBezTo>
                <a:lnTo>
                  <a:pt x="4179637" y="5355014"/>
                </a:lnTo>
                <a:lnTo>
                  <a:pt x="4179637" y="5355015"/>
                </a:lnTo>
                <a:cubicBezTo>
                  <a:pt x="4180286" y="5364883"/>
                  <a:pt x="4181989" y="5375003"/>
                  <a:pt x="4184513" y="5385385"/>
                </a:cubicBezTo>
                <a:cubicBezTo>
                  <a:pt x="4187752" y="5398722"/>
                  <a:pt x="4190038" y="5412058"/>
                  <a:pt x="4192704" y="5425583"/>
                </a:cubicBezTo>
                <a:cubicBezTo>
                  <a:pt x="4196514" y="5443871"/>
                  <a:pt x="4200516" y="5462352"/>
                  <a:pt x="4204326" y="5480638"/>
                </a:cubicBezTo>
                <a:lnTo>
                  <a:pt x="4208850" y="5507668"/>
                </a:lnTo>
                <a:lnTo>
                  <a:pt x="4206630" y="5520422"/>
                </a:lnTo>
                <a:cubicBezTo>
                  <a:pt x="4204993" y="5524467"/>
                  <a:pt x="4202326" y="5528265"/>
                  <a:pt x="4198230" y="5531693"/>
                </a:cubicBezTo>
                <a:cubicBezTo>
                  <a:pt x="4191181" y="5537600"/>
                  <a:pt x="4187989" y="5542649"/>
                  <a:pt x="4188085" y="5547578"/>
                </a:cubicBezTo>
                <a:lnTo>
                  <a:pt x="4188085" y="5547578"/>
                </a:lnTo>
                <a:lnTo>
                  <a:pt x="4188085" y="5547579"/>
                </a:lnTo>
                <a:cubicBezTo>
                  <a:pt x="4188180" y="5552508"/>
                  <a:pt x="4191562" y="5557318"/>
                  <a:pt x="4197658" y="5562747"/>
                </a:cubicBezTo>
                <a:cubicBezTo>
                  <a:pt x="4240331" y="5600468"/>
                  <a:pt x="4267002" y="5646190"/>
                  <a:pt x="4268906" y="5704484"/>
                </a:cubicBezTo>
                <a:cubicBezTo>
                  <a:pt x="4269288" y="5716486"/>
                  <a:pt x="4271954" y="5728679"/>
                  <a:pt x="4274812" y="5740489"/>
                </a:cubicBezTo>
                <a:cubicBezTo>
                  <a:pt x="4276527" y="5747729"/>
                  <a:pt x="4278433" y="5756494"/>
                  <a:pt x="4283577" y="5760874"/>
                </a:cubicBezTo>
                <a:cubicBezTo>
                  <a:pt x="4322820" y="5794975"/>
                  <a:pt x="4350063" y="5837458"/>
                  <a:pt x="4371972" y="5883752"/>
                </a:cubicBezTo>
                <a:cubicBezTo>
                  <a:pt x="4375877" y="5892038"/>
                  <a:pt x="4379782" y="5900611"/>
                  <a:pt x="4382997" y="5909351"/>
                </a:cubicBezTo>
                <a:lnTo>
                  <a:pt x="4389878" y="5935950"/>
                </a:lnTo>
                <a:lnTo>
                  <a:pt x="4389711" y="5964477"/>
                </a:lnTo>
                <a:cubicBezTo>
                  <a:pt x="4388783" y="5974097"/>
                  <a:pt x="4387306" y="5983766"/>
                  <a:pt x="4386258" y="5993291"/>
                </a:cubicBezTo>
                <a:cubicBezTo>
                  <a:pt x="4385116" y="6004531"/>
                  <a:pt x="4385306" y="6017485"/>
                  <a:pt x="4379782" y="6026440"/>
                </a:cubicBezTo>
                <a:cubicBezTo>
                  <a:pt x="4362445" y="6054825"/>
                  <a:pt x="4343777" y="6082258"/>
                  <a:pt x="4323582" y="6108738"/>
                </a:cubicBezTo>
                <a:cubicBezTo>
                  <a:pt x="4314914" y="6120074"/>
                  <a:pt x="4309961" y="6126884"/>
                  <a:pt x="4309890" y="6133314"/>
                </a:cubicBezTo>
                <a:lnTo>
                  <a:pt x="4309890" y="6133315"/>
                </a:lnTo>
                <a:lnTo>
                  <a:pt x="4309890" y="6133315"/>
                </a:lnTo>
                <a:cubicBezTo>
                  <a:pt x="4309818" y="6139745"/>
                  <a:pt x="4314629" y="6145793"/>
                  <a:pt x="4325488" y="6155603"/>
                </a:cubicBezTo>
                <a:cubicBezTo>
                  <a:pt x="4347777" y="6175798"/>
                  <a:pt x="4359397" y="6200945"/>
                  <a:pt x="4364159" y="6228757"/>
                </a:cubicBezTo>
                <a:lnTo>
                  <a:pt x="4381496" y="6361540"/>
                </a:lnTo>
                <a:lnTo>
                  <a:pt x="4381314" y="6364769"/>
                </a:lnTo>
                <a:lnTo>
                  <a:pt x="4380007" y="6387910"/>
                </a:lnTo>
                <a:lnTo>
                  <a:pt x="4377352" y="6393385"/>
                </a:lnTo>
                <a:lnTo>
                  <a:pt x="4370589" y="6407332"/>
                </a:lnTo>
                <a:lnTo>
                  <a:pt x="4370589" y="6407333"/>
                </a:lnTo>
                <a:lnTo>
                  <a:pt x="4377352" y="6393385"/>
                </a:lnTo>
                <a:lnTo>
                  <a:pt x="4380008" y="6387910"/>
                </a:lnTo>
                <a:lnTo>
                  <a:pt x="4381314" y="6364769"/>
                </a:lnTo>
                <a:lnTo>
                  <a:pt x="4381496" y="6361540"/>
                </a:lnTo>
                <a:lnTo>
                  <a:pt x="4381496" y="6361540"/>
                </a:lnTo>
                <a:lnTo>
                  <a:pt x="4381496" y="6361539"/>
                </a:lnTo>
                <a:cubicBezTo>
                  <a:pt x="4377876" y="6317151"/>
                  <a:pt x="4371590" y="6272764"/>
                  <a:pt x="4364159" y="6228756"/>
                </a:cubicBezTo>
                <a:cubicBezTo>
                  <a:pt x="4359397" y="6200944"/>
                  <a:pt x="4347777" y="6175797"/>
                  <a:pt x="4325488" y="6155602"/>
                </a:cubicBezTo>
                <a:cubicBezTo>
                  <a:pt x="4320059" y="6150697"/>
                  <a:pt x="4316141" y="6146732"/>
                  <a:pt x="4313590" y="6143190"/>
                </a:cubicBezTo>
                <a:lnTo>
                  <a:pt x="4309890" y="6133315"/>
                </a:lnTo>
                <a:lnTo>
                  <a:pt x="4323582" y="6108739"/>
                </a:lnTo>
                <a:cubicBezTo>
                  <a:pt x="4343777" y="6082259"/>
                  <a:pt x="4362445" y="6054826"/>
                  <a:pt x="4379782" y="6026441"/>
                </a:cubicBezTo>
                <a:cubicBezTo>
                  <a:pt x="4385306" y="6017486"/>
                  <a:pt x="4385116" y="6004532"/>
                  <a:pt x="4386258" y="5993292"/>
                </a:cubicBezTo>
                <a:cubicBezTo>
                  <a:pt x="4388354" y="5974241"/>
                  <a:pt x="4392164" y="5954618"/>
                  <a:pt x="4389878" y="5935950"/>
                </a:cubicBezTo>
                <a:lnTo>
                  <a:pt x="4389878" y="5935950"/>
                </a:lnTo>
                <a:lnTo>
                  <a:pt x="4389878" y="5935949"/>
                </a:lnTo>
                <a:cubicBezTo>
                  <a:pt x="4387592" y="5918042"/>
                  <a:pt x="4379782" y="5900323"/>
                  <a:pt x="4371972" y="5883751"/>
                </a:cubicBezTo>
                <a:cubicBezTo>
                  <a:pt x="4350063" y="5837457"/>
                  <a:pt x="4322820" y="5794974"/>
                  <a:pt x="4283577" y="5760873"/>
                </a:cubicBezTo>
                <a:cubicBezTo>
                  <a:pt x="4278433" y="5756493"/>
                  <a:pt x="4276527" y="5747728"/>
                  <a:pt x="4274812" y="5740488"/>
                </a:cubicBezTo>
                <a:cubicBezTo>
                  <a:pt x="4271954" y="5728678"/>
                  <a:pt x="4269288" y="5716485"/>
                  <a:pt x="4268906" y="5704483"/>
                </a:cubicBezTo>
                <a:cubicBezTo>
                  <a:pt x="4267002" y="5646189"/>
                  <a:pt x="4240331" y="5600467"/>
                  <a:pt x="4197658" y="5562746"/>
                </a:cubicBezTo>
                <a:lnTo>
                  <a:pt x="4188085" y="5547578"/>
                </a:lnTo>
                <a:lnTo>
                  <a:pt x="4198230" y="5531694"/>
                </a:lnTo>
                <a:cubicBezTo>
                  <a:pt x="4206421" y="5524837"/>
                  <a:pt x="4208898" y="5516503"/>
                  <a:pt x="4208850" y="5507668"/>
                </a:cubicBezTo>
                <a:lnTo>
                  <a:pt x="4208850" y="5507668"/>
                </a:lnTo>
                <a:lnTo>
                  <a:pt x="4208850" y="5507667"/>
                </a:lnTo>
                <a:cubicBezTo>
                  <a:pt x="4208803" y="5498832"/>
                  <a:pt x="4206231" y="5489497"/>
                  <a:pt x="4204326" y="5480637"/>
                </a:cubicBezTo>
                <a:cubicBezTo>
                  <a:pt x="4200516" y="5462351"/>
                  <a:pt x="4196514" y="5443870"/>
                  <a:pt x="4192704" y="5425582"/>
                </a:cubicBezTo>
                <a:cubicBezTo>
                  <a:pt x="4190038" y="5412057"/>
                  <a:pt x="4187752" y="5398721"/>
                  <a:pt x="4184513" y="5385384"/>
                </a:cubicBezTo>
                <a:lnTo>
                  <a:pt x="4179637" y="5355014"/>
                </a:lnTo>
                <a:lnTo>
                  <a:pt x="4181083" y="5326163"/>
                </a:lnTo>
                <a:cubicBezTo>
                  <a:pt x="4184464" y="5307422"/>
                  <a:pt x="4192990" y="5289657"/>
                  <a:pt x="4208516" y="5272797"/>
                </a:cubicBezTo>
                <a:cubicBezTo>
                  <a:pt x="4232329" y="5247079"/>
                  <a:pt x="4239379" y="5214122"/>
                  <a:pt x="4232139" y="5179068"/>
                </a:cubicBezTo>
                <a:lnTo>
                  <a:pt x="4232139" y="5179068"/>
                </a:lnTo>
                <a:lnTo>
                  <a:pt x="4232139" y="5179067"/>
                </a:lnTo>
                <a:cubicBezTo>
                  <a:pt x="4231663" y="5176876"/>
                  <a:pt x="4230473" y="5174400"/>
                  <a:pt x="4229592" y="5172090"/>
                </a:cubicBezTo>
                <a:lnTo>
                  <a:pt x="4228901" y="5166114"/>
                </a:lnTo>
                <a:lnTo>
                  <a:pt x="4235616" y="5133225"/>
                </a:lnTo>
                <a:lnTo>
                  <a:pt x="4235616" y="5133225"/>
                </a:lnTo>
                <a:lnTo>
                  <a:pt x="4235616" y="5133224"/>
                </a:lnTo>
                <a:cubicBezTo>
                  <a:pt x="4233865" y="5101639"/>
                  <a:pt x="4211325" y="5073241"/>
                  <a:pt x="4209468" y="5041521"/>
                </a:cubicBezTo>
                <a:cubicBezTo>
                  <a:pt x="4208326" y="5022852"/>
                  <a:pt x="4194228" y="5003801"/>
                  <a:pt x="4182989" y="4987037"/>
                </a:cubicBezTo>
                <a:cubicBezTo>
                  <a:pt x="4175273" y="4975511"/>
                  <a:pt x="4167700" y="4964604"/>
                  <a:pt x="4162914" y="4952673"/>
                </a:cubicBezTo>
                <a:lnTo>
                  <a:pt x="4158155" y="4933805"/>
                </a:lnTo>
                <a:lnTo>
                  <a:pt x="4159557" y="4912169"/>
                </a:lnTo>
                <a:cubicBezTo>
                  <a:pt x="4161319" y="4904359"/>
                  <a:pt x="4161831" y="4896714"/>
                  <a:pt x="4161262" y="4889276"/>
                </a:cubicBezTo>
                <a:lnTo>
                  <a:pt x="4161262" y="4889275"/>
                </a:lnTo>
                <a:lnTo>
                  <a:pt x="4161262" y="4889275"/>
                </a:lnTo>
                <a:cubicBezTo>
                  <a:pt x="4159556" y="4866958"/>
                  <a:pt x="4148126" y="4846490"/>
                  <a:pt x="4131552" y="4828916"/>
                </a:cubicBezTo>
                <a:lnTo>
                  <a:pt x="4116716" y="4800483"/>
                </a:lnTo>
                <a:lnTo>
                  <a:pt x="4118025" y="4767765"/>
                </a:lnTo>
                <a:cubicBezTo>
                  <a:pt x="4123931" y="4738236"/>
                  <a:pt x="4124313" y="4707565"/>
                  <a:pt x="4127932" y="4677656"/>
                </a:cubicBezTo>
                <a:cubicBezTo>
                  <a:pt x="4128694" y="4671177"/>
                  <a:pt x="4131362" y="4662987"/>
                  <a:pt x="4135934" y="4659175"/>
                </a:cubicBezTo>
                <a:cubicBezTo>
                  <a:pt x="4192704" y="4612501"/>
                  <a:pt x="4193276" y="4546777"/>
                  <a:pt x="4195944" y="4482005"/>
                </a:cubicBezTo>
                <a:cubicBezTo>
                  <a:pt x="4197658" y="4442762"/>
                  <a:pt x="4197658" y="4403326"/>
                  <a:pt x="4196706" y="4363891"/>
                </a:cubicBezTo>
                <a:lnTo>
                  <a:pt x="4196706" y="4363891"/>
                </a:lnTo>
                <a:lnTo>
                  <a:pt x="4196706" y="4363890"/>
                </a:lnTo>
                <a:cubicBezTo>
                  <a:pt x="4196514" y="4350554"/>
                  <a:pt x="4193466" y="4336457"/>
                  <a:pt x="4187752" y="4324645"/>
                </a:cubicBezTo>
                <a:cubicBezTo>
                  <a:pt x="4175749" y="4300070"/>
                  <a:pt x="4160129" y="4277401"/>
                  <a:pt x="4147936" y="4253014"/>
                </a:cubicBezTo>
                <a:lnTo>
                  <a:pt x="4142220" y="4221391"/>
                </a:lnTo>
                <a:lnTo>
                  <a:pt x="4142315" y="4192388"/>
                </a:lnTo>
                <a:lnTo>
                  <a:pt x="4142315" y="4192388"/>
                </a:lnTo>
                <a:lnTo>
                  <a:pt x="4142315" y="4192387"/>
                </a:lnTo>
                <a:cubicBezTo>
                  <a:pt x="4142411" y="4182767"/>
                  <a:pt x="4141839" y="4173480"/>
                  <a:pt x="4138410" y="4165383"/>
                </a:cubicBezTo>
                <a:cubicBezTo>
                  <a:pt x="4133981" y="4154857"/>
                  <a:pt x="4130909" y="4144498"/>
                  <a:pt x="4129066" y="4134255"/>
                </a:cubicBezTo>
                <a:lnTo>
                  <a:pt x="4127099" y="4103826"/>
                </a:lnTo>
                <a:lnTo>
                  <a:pt x="4142220" y="4043840"/>
                </a:lnTo>
                <a:cubicBezTo>
                  <a:pt x="4154508" y="4015835"/>
                  <a:pt x="4160175" y="3988593"/>
                  <a:pt x="4157913" y="3962160"/>
                </a:cubicBezTo>
                <a:lnTo>
                  <a:pt x="4157913" y="3962160"/>
                </a:lnTo>
                <a:lnTo>
                  <a:pt x="4157913" y="3962159"/>
                </a:lnTo>
                <a:cubicBezTo>
                  <a:pt x="4155651" y="3935727"/>
                  <a:pt x="4145460" y="3910104"/>
                  <a:pt x="4126028" y="3885338"/>
                </a:cubicBezTo>
                <a:cubicBezTo>
                  <a:pt x="4121646" y="3879766"/>
                  <a:pt x="4118884" y="3874229"/>
                  <a:pt x="4117425" y="3868764"/>
                </a:cubicBezTo>
                <a:lnTo>
                  <a:pt x="4116645" y="3852620"/>
                </a:lnTo>
                <a:lnTo>
                  <a:pt x="4130980" y="3822473"/>
                </a:lnTo>
                <a:cubicBezTo>
                  <a:pt x="4139172" y="3811614"/>
                  <a:pt x="4144316" y="3800897"/>
                  <a:pt x="4145911" y="3789777"/>
                </a:cubicBezTo>
                <a:lnTo>
                  <a:pt x="4145911" y="3789776"/>
                </a:lnTo>
                <a:lnTo>
                  <a:pt x="4145911" y="3789776"/>
                </a:lnTo>
                <a:cubicBezTo>
                  <a:pt x="4147507" y="3778655"/>
                  <a:pt x="4145554" y="3767130"/>
                  <a:pt x="4139554" y="3754652"/>
                </a:cubicBezTo>
                <a:lnTo>
                  <a:pt x="4139172" y="3734838"/>
                </a:lnTo>
                <a:lnTo>
                  <a:pt x="4143220" y="3680164"/>
                </a:lnTo>
                <a:lnTo>
                  <a:pt x="4143220" y="3680164"/>
                </a:lnTo>
                <a:lnTo>
                  <a:pt x="4143220" y="3680163"/>
                </a:lnTo>
                <a:cubicBezTo>
                  <a:pt x="4141696" y="3662494"/>
                  <a:pt x="4135458" y="3645682"/>
                  <a:pt x="4118979" y="3630632"/>
                </a:cubicBezTo>
                <a:cubicBezTo>
                  <a:pt x="4112501" y="3624725"/>
                  <a:pt x="4109835" y="3614819"/>
                  <a:pt x="4105453" y="3606817"/>
                </a:cubicBezTo>
                <a:cubicBezTo>
                  <a:pt x="4100976" y="3598435"/>
                  <a:pt x="4097725" y="3592232"/>
                  <a:pt x="4095707" y="3587174"/>
                </a:cubicBezTo>
                <a:lnTo>
                  <a:pt x="4093356" y="3574408"/>
                </a:lnTo>
                <a:lnTo>
                  <a:pt x="4098434" y="3562321"/>
                </a:lnTo>
                <a:cubicBezTo>
                  <a:pt x="4101369" y="3557716"/>
                  <a:pt x="4105548" y="3552191"/>
                  <a:pt x="4110977" y="3544714"/>
                </a:cubicBezTo>
                <a:cubicBezTo>
                  <a:pt x="4122407" y="3529091"/>
                  <a:pt x="4134028" y="3507564"/>
                  <a:pt x="4133076" y="3489468"/>
                </a:cubicBezTo>
                <a:cubicBezTo>
                  <a:pt x="4127362" y="3380306"/>
                  <a:pt x="4154794" y="3276481"/>
                  <a:pt x="4180703" y="3172655"/>
                </a:cubicBezTo>
                <a:cubicBezTo>
                  <a:pt x="4188705" y="3140650"/>
                  <a:pt x="4192943" y="3109026"/>
                  <a:pt x="4193158" y="3077402"/>
                </a:cubicBezTo>
                <a:lnTo>
                  <a:pt x="4193158" y="3077402"/>
                </a:lnTo>
                <a:lnTo>
                  <a:pt x="4193158" y="3077401"/>
                </a:lnTo>
                <a:cubicBezTo>
                  <a:pt x="4193372" y="3045777"/>
                  <a:pt x="4189562" y="3014153"/>
                  <a:pt x="4181465" y="2982148"/>
                </a:cubicBezTo>
                <a:lnTo>
                  <a:pt x="4177881" y="2947863"/>
                </a:lnTo>
                <a:lnTo>
                  <a:pt x="4182513" y="2914328"/>
                </a:lnTo>
                <a:cubicBezTo>
                  <a:pt x="4187561" y="2892182"/>
                  <a:pt x="4195753" y="2870416"/>
                  <a:pt x="4202420" y="2848794"/>
                </a:cubicBezTo>
                <a:cubicBezTo>
                  <a:pt x="4203753" y="2844317"/>
                  <a:pt x="4207039" y="2839983"/>
                  <a:pt x="4211111" y="2836173"/>
                </a:cubicBezTo>
                <a:close/>
                <a:moveTo>
                  <a:pt x="3726625" y="1508458"/>
                </a:moveTo>
                <a:lnTo>
                  <a:pt x="3698531" y="1596214"/>
                </a:lnTo>
                <a:cubicBezTo>
                  <a:pt x="3696054" y="1604979"/>
                  <a:pt x="3697579" y="1615837"/>
                  <a:pt x="3700436" y="1624981"/>
                </a:cubicBezTo>
                <a:cubicBezTo>
                  <a:pt x="3710152" y="1656224"/>
                  <a:pt x="3734537" y="1676037"/>
                  <a:pt x="3757017" y="1697754"/>
                </a:cubicBezTo>
                <a:cubicBezTo>
                  <a:pt x="3766924" y="1707280"/>
                  <a:pt x="3773972" y="1720424"/>
                  <a:pt x="3779686" y="1733189"/>
                </a:cubicBezTo>
                <a:cubicBezTo>
                  <a:pt x="3794357" y="1766336"/>
                  <a:pt x="3807501" y="1800247"/>
                  <a:pt x="3821407" y="1833776"/>
                </a:cubicBezTo>
                <a:cubicBezTo>
                  <a:pt x="3822741" y="1837014"/>
                  <a:pt x="3826170" y="1839680"/>
                  <a:pt x="3829028" y="1842159"/>
                </a:cubicBezTo>
                <a:cubicBezTo>
                  <a:pt x="3859129" y="1866923"/>
                  <a:pt x="3889418" y="1891498"/>
                  <a:pt x="3919519" y="1916455"/>
                </a:cubicBezTo>
                <a:cubicBezTo>
                  <a:pt x="3925233" y="1921217"/>
                  <a:pt x="3929425" y="1928077"/>
                  <a:pt x="3934949" y="1933220"/>
                </a:cubicBezTo>
                <a:cubicBezTo>
                  <a:pt x="3942569" y="1940460"/>
                  <a:pt x="3949810" y="1949604"/>
                  <a:pt x="3958954" y="1953414"/>
                </a:cubicBezTo>
                <a:cubicBezTo>
                  <a:pt x="3987719" y="1965225"/>
                  <a:pt x="4000103" y="1987895"/>
                  <a:pt x="4005437" y="2016470"/>
                </a:cubicBezTo>
                <a:cubicBezTo>
                  <a:pt x="4010390" y="2042571"/>
                  <a:pt x="4014582" y="2068670"/>
                  <a:pt x="4020296" y="2094579"/>
                </a:cubicBezTo>
                <a:cubicBezTo>
                  <a:pt x="4027154" y="2126202"/>
                  <a:pt x="4034584" y="2157637"/>
                  <a:pt x="4042967" y="2188880"/>
                </a:cubicBezTo>
                <a:cubicBezTo>
                  <a:pt x="4046587" y="2202405"/>
                  <a:pt x="4050777" y="2216693"/>
                  <a:pt x="4058207" y="2228315"/>
                </a:cubicBezTo>
                <a:cubicBezTo>
                  <a:pt x="4078782" y="2260891"/>
                  <a:pt x="4092688" y="2295754"/>
                  <a:pt x="4087164" y="2334045"/>
                </a:cubicBezTo>
                <a:cubicBezTo>
                  <a:pt x="4082782" y="2364716"/>
                  <a:pt x="4094022" y="2390435"/>
                  <a:pt x="4111549" y="2409486"/>
                </a:cubicBezTo>
                <a:cubicBezTo>
                  <a:pt x="4119503" y="2418155"/>
                  <a:pt x="4125016" y="2426977"/>
                  <a:pt x="4128650" y="2435913"/>
                </a:cubicBezTo>
                <a:lnTo>
                  <a:pt x="4134481" y="2463018"/>
                </a:lnTo>
                <a:lnTo>
                  <a:pt x="4132419" y="2490551"/>
                </a:lnTo>
                <a:cubicBezTo>
                  <a:pt x="4130791" y="2499773"/>
                  <a:pt x="4128410" y="2509025"/>
                  <a:pt x="4125838" y="2518264"/>
                </a:cubicBezTo>
                <a:cubicBezTo>
                  <a:pt x="4123171" y="2527790"/>
                  <a:pt x="4122027" y="2536458"/>
                  <a:pt x="4122194" y="2545006"/>
                </a:cubicBezTo>
                <a:lnTo>
                  <a:pt x="4122194" y="2545007"/>
                </a:lnTo>
                <a:lnTo>
                  <a:pt x="4122194" y="2545007"/>
                </a:lnTo>
                <a:cubicBezTo>
                  <a:pt x="4122360" y="2553556"/>
                  <a:pt x="4123837" y="2561986"/>
                  <a:pt x="4126408" y="2571035"/>
                </a:cubicBezTo>
                <a:cubicBezTo>
                  <a:pt x="4138410" y="2612946"/>
                  <a:pt x="4170987" y="2640951"/>
                  <a:pt x="4199562" y="2668002"/>
                </a:cubicBezTo>
                <a:cubicBezTo>
                  <a:pt x="4223947" y="2691055"/>
                  <a:pt x="4237663" y="2716964"/>
                  <a:pt x="4247952" y="2745349"/>
                </a:cubicBezTo>
                <a:lnTo>
                  <a:pt x="4247953" y="2745352"/>
                </a:lnTo>
                <a:lnTo>
                  <a:pt x="4253873" y="2778006"/>
                </a:lnTo>
                <a:lnTo>
                  <a:pt x="4253453" y="2785440"/>
                </a:lnTo>
                <a:lnTo>
                  <a:pt x="4243374" y="2811780"/>
                </a:lnTo>
                <a:lnTo>
                  <a:pt x="4243370" y="2811787"/>
                </a:lnTo>
                <a:lnTo>
                  <a:pt x="4243371" y="2811787"/>
                </a:lnTo>
                <a:lnTo>
                  <a:pt x="4243374" y="2811780"/>
                </a:lnTo>
                <a:lnTo>
                  <a:pt x="4253024" y="2793023"/>
                </a:lnTo>
                <a:lnTo>
                  <a:pt x="4253453" y="2785440"/>
                </a:lnTo>
                <a:lnTo>
                  <a:pt x="4254653" y="2782305"/>
                </a:lnTo>
                <a:lnTo>
                  <a:pt x="4253873" y="2778006"/>
                </a:lnTo>
                <a:lnTo>
                  <a:pt x="4254283" y="2770757"/>
                </a:lnTo>
                <a:lnTo>
                  <a:pt x="4247953" y="2745352"/>
                </a:lnTo>
                <a:lnTo>
                  <a:pt x="4247952" y="2745348"/>
                </a:lnTo>
                <a:cubicBezTo>
                  <a:pt x="4237663" y="2716963"/>
                  <a:pt x="4223947" y="2691054"/>
                  <a:pt x="4199562" y="2668001"/>
                </a:cubicBezTo>
                <a:cubicBezTo>
                  <a:pt x="4170987" y="2640950"/>
                  <a:pt x="4138410" y="2612945"/>
                  <a:pt x="4126408" y="2571034"/>
                </a:cubicBezTo>
                <a:lnTo>
                  <a:pt x="4122194" y="2545007"/>
                </a:lnTo>
                <a:lnTo>
                  <a:pt x="4125838" y="2518265"/>
                </a:lnTo>
                <a:cubicBezTo>
                  <a:pt x="4130981" y="2499786"/>
                  <a:pt x="4135363" y="2481259"/>
                  <a:pt x="4134482" y="2463019"/>
                </a:cubicBezTo>
                <a:lnTo>
                  <a:pt x="4134481" y="2463018"/>
                </a:lnTo>
                <a:lnTo>
                  <a:pt x="4134482" y="2463018"/>
                </a:lnTo>
                <a:cubicBezTo>
                  <a:pt x="4133600" y="2444777"/>
                  <a:pt x="4127457" y="2426822"/>
                  <a:pt x="4111549" y="2409485"/>
                </a:cubicBezTo>
                <a:cubicBezTo>
                  <a:pt x="4094022" y="2390434"/>
                  <a:pt x="4082782" y="2364715"/>
                  <a:pt x="4087164" y="2334044"/>
                </a:cubicBezTo>
                <a:cubicBezTo>
                  <a:pt x="4092688" y="2295753"/>
                  <a:pt x="4078782" y="2260890"/>
                  <a:pt x="4058207" y="2228314"/>
                </a:cubicBezTo>
                <a:cubicBezTo>
                  <a:pt x="4050777" y="2216692"/>
                  <a:pt x="4046587" y="2202404"/>
                  <a:pt x="4042967" y="2188879"/>
                </a:cubicBezTo>
                <a:cubicBezTo>
                  <a:pt x="4034584" y="2157636"/>
                  <a:pt x="4027154" y="2126201"/>
                  <a:pt x="4020296" y="2094578"/>
                </a:cubicBezTo>
                <a:cubicBezTo>
                  <a:pt x="4014582" y="2068669"/>
                  <a:pt x="4010390" y="2042570"/>
                  <a:pt x="4005437" y="2016469"/>
                </a:cubicBezTo>
                <a:cubicBezTo>
                  <a:pt x="4000103" y="1987894"/>
                  <a:pt x="3987719" y="1965224"/>
                  <a:pt x="3958954" y="1953413"/>
                </a:cubicBezTo>
                <a:cubicBezTo>
                  <a:pt x="3949810" y="1949603"/>
                  <a:pt x="3942569" y="1940459"/>
                  <a:pt x="3934949" y="1933219"/>
                </a:cubicBezTo>
                <a:cubicBezTo>
                  <a:pt x="3929425" y="1928076"/>
                  <a:pt x="3925233" y="1921216"/>
                  <a:pt x="3919519" y="1916454"/>
                </a:cubicBezTo>
                <a:cubicBezTo>
                  <a:pt x="3889418" y="1891497"/>
                  <a:pt x="3859129" y="1866922"/>
                  <a:pt x="3829028" y="1842158"/>
                </a:cubicBezTo>
                <a:cubicBezTo>
                  <a:pt x="3826170" y="1839679"/>
                  <a:pt x="3822741" y="1837013"/>
                  <a:pt x="3821407" y="1833775"/>
                </a:cubicBezTo>
                <a:cubicBezTo>
                  <a:pt x="3807501" y="1800246"/>
                  <a:pt x="3794358" y="1766335"/>
                  <a:pt x="3779686" y="1733188"/>
                </a:cubicBezTo>
                <a:cubicBezTo>
                  <a:pt x="3773972" y="1720423"/>
                  <a:pt x="3766924" y="1707279"/>
                  <a:pt x="3757018" y="1697753"/>
                </a:cubicBezTo>
                <a:cubicBezTo>
                  <a:pt x="3734538" y="1676036"/>
                  <a:pt x="3710152" y="1656223"/>
                  <a:pt x="3700436" y="1624980"/>
                </a:cubicBezTo>
                <a:cubicBezTo>
                  <a:pt x="3697580" y="1615836"/>
                  <a:pt x="3696055" y="1604978"/>
                  <a:pt x="3698532" y="1596213"/>
                </a:cubicBezTo>
                <a:close/>
                <a:moveTo>
                  <a:pt x="3751027" y="1453958"/>
                </a:moveTo>
                <a:lnTo>
                  <a:pt x="3745230" y="1459073"/>
                </a:lnTo>
                <a:lnTo>
                  <a:pt x="3745230" y="1459073"/>
                </a:lnTo>
                <a:lnTo>
                  <a:pt x="3745229" y="1459074"/>
                </a:lnTo>
                <a:lnTo>
                  <a:pt x="3736012" y="1481572"/>
                </a:lnTo>
                <a:lnTo>
                  <a:pt x="3745230" y="1459073"/>
                </a:lnTo>
                <a:close/>
                <a:moveTo>
                  <a:pt x="3764423" y="1268758"/>
                </a:moveTo>
                <a:cubicBezTo>
                  <a:pt x="3764875" y="1275402"/>
                  <a:pt x="3766447" y="1281689"/>
                  <a:pt x="3769590" y="1286070"/>
                </a:cubicBezTo>
                <a:cubicBezTo>
                  <a:pt x="3784163" y="1306930"/>
                  <a:pt x="3790403" y="1328553"/>
                  <a:pt x="3791927" y="1350628"/>
                </a:cubicBezTo>
                <a:lnTo>
                  <a:pt x="3786333" y="1413840"/>
                </a:lnTo>
                <a:lnTo>
                  <a:pt x="3791928" y="1350627"/>
                </a:lnTo>
                <a:cubicBezTo>
                  <a:pt x="3790403" y="1328552"/>
                  <a:pt x="3784164" y="1306930"/>
                  <a:pt x="3769590" y="1286069"/>
                </a:cubicBezTo>
                <a:close/>
                <a:moveTo>
                  <a:pt x="3706152" y="773035"/>
                </a:moveTo>
                <a:lnTo>
                  <a:pt x="3706152" y="773036"/>
                </a:lnTo>
                <a:cubicBezTo>
                  <a:pt x="3708438" y="800277"/>
                  <a:pt x="3711676" y="827330"/>
                  <a:pt x="3714152" y="854380"/>
                </a:cubicBezTo>
                <a:cubicBezTo>
                  <a:pt x="3716438" y="878957"/>
                  <a:pt x="3717200" y="903723"/>
                  <a:pt x="3745205" y="915344"/>
                </a:cubicBezTo>
                <a:cubicBezTo>
                  <a:pt x="3749587" y="917060"/>
                  <a:pt x="3752825" y="922774"/>
                  <a:pt x="3755683" y="927156"/>
                </a:cubicBezTo>
                <a:cubicBezTo>
                  <a:pt x="3799691" y="994786"/>
                  <a:pt x="3798547" y="1030981"/>
                  <a:pt x="3752063" y="1097088"/>
                </a:cubicBezTo>
                <a:cubicBezTo>
                  <a:pt x="3747301" y="1103946"/>
                  <a:pt x="3743871" y="1118614"/>
                  <a:pt x="3747681" y="1123186"/>
                </a:cubicBezTo>
                <a:cubicBezTo>
                  <a:pt x="3763493" y="1142618"/>
                  <a:pt x="3770542" y="1162954"/>
                  <a:pt x="3772400" y="1184029"/>
                </a:cubicBezTo>
                <a:cubicBezTo>
                  <a:pt x="3770542" y="1162954"/>
                  <a:pt x="3763494" y="1142617"/>
                  <a:pt x="3747682" y="1123185"/>
                </a:cubicBezTo>
                <a:cubicBezTo>
                  <a:pt x="3743872" y="1118613"/>
                  <a:pt x="3747302" y="1103945"/>
                  <a:pt x="3752064" y="1097087"/>
                </a:cubicBezTo>
                <a:cubicBezTo>
                  <a:pt x="3798548" y="1030980"/>
                  <a:pt x="3799692" y="994785"/>
                  <a:pt x="3755684" y="927155"/>
                </a:cubicBezTo>
                <a:cubicBezTo>
                  <a:pt x="3752826" y="922773"/>
                  <a:pt x="3749588" y="917059"/>
                  <a:pt x="3745206" y="915343"/>
                </a:cubicBezTo>
                <a:cubicBezTo>
                  <a:pt x="3717200" y="903722"/>
                  <a:pt x="3716438" y="878956"/>
                  <a:pt x="3714152" y="854379"/>
                </a:cubicBezTo>
                <a:close/>
                <a:moveTo>
                  <a:pt x="3761553" y="517851"/>
                </a:moveTo>
                <a:lnTo>
                  <a:pt x="3752635" y="556048"/>
                </a:lnTo>
                <a:cubicBezTo>
                  <a:pt x="3750539" y="564049"/>
                  <a:pt x="3745015" y="572623"/>
                  <a:pt x="3746157" y="580051"/>
                </a:cubicBezTo>
                <a:cubicBezTo>
                  <a:pt x="3749491" y="601579"/>
                  <a:pt x="3747062" y="622201"/>
                  <a:pt x="3742776" y="642538"/>
                </a:cubicBezTo>
                <a:lnTo>
                  <a:pt x="3730253" y="694928"/>
                </a:lnTo>
                <a:lnTo>
                  <a:pt x="3742777" y="642537"/>
                </a:lnTo>
                <a:cubicBezTo>
                  <a:pt x="3747063" y="622201"/>
                  <a:pt x="3749492" y="601578"/>
                  <a:pt x="3746158" y="580050"/>
                </a:cubicBezTo>
                <a:cubicBezTo>
                  <a:pt x="3745016" y="572622"/>
                  <a:pt x="3750540" y="564048"/>
                  <a:pt x="3752636" y="556047"/>
                </a:cubicBezTo>
                <a:close/>
                <a:moveTo>
                  <a:pt x="3774848" y="298169"/>
                </a:moveTo>
                <a:lnTo>
                  <a:pt x="3760065" y="313534"/>
                </a:lnTo>
                <a:cubicBezTo>
                  <a:pt x="3755873" y="316390"/>
                  <a:pt x="3758159" y="330299"/>
                  <a:pt x="3759493" y="338871"/>
                </a:cubicBezTo>
                <a:cubicBezTo>
                  <a:pt x="3760922" y="348396"/>
                  <a:pt x="3763447" y="357874"/>
                  <a:pt x="3765590" y="367328"/>
                </a:cubicBezTo>
                <a:lnTo>
                  <a:pt x="3769400" y="395640"/>
                </a:lnTo>
                <a:cubicBezTo>
                  <a:pt x="3769590" y="376781"/>
                  <a:pt x="3762352" y="357921"/>
                  <a:pt x="3759494" y="338870"/>
                </a:cubicBezTo>
                <a:cubicBezTo>
                  <a:pt x="3758160" y="330298"/>
                  <a:pt x="3755874" y="316389"/>
                  <a:pt x="3760066" y="313533"/>
                </a:cubicBezTo>
                <a:close/>
                <a:moveTo>
                  <a:pt x="3782393" y="281568"/>
                </a:moveTo>
                <a:lnTo>
                  <a:pt x="3777498" y="295415"/>
                </a:lnTo>
                <a:lnTo>
                  <a:pt x="3777499" y="295415"/>
                </a:lnTo>
                <a:close/>
                <a:moveTo>
                  <a:pt x="3769073" y="24486"/>
                </a:moveTo>
                <a:lnTo>
                  <a:pt x="3766810" y="74129"/>
                </a:lnTo>
                <a:cubicBezTo>
                  <a:pt x="3767733" y="91492"/>
                  <a:pt x="3770043" y="108703"/>
                  <a:pt x="3772734" y="125861"/>
                </a:cubicBezTo>
                <a:lnTo>
                  <a:pt x="3777129" y="153388"/>
                </a:lnTo>
                <a:lnTo>
                  <a:pt x="3785402" y="228944"/>
                </a:lnTo>
                <a:lnTo>
                  <a:pt x="3785402" y="228949"/>
                </a:lnTo>
                <a:lnTo>
                  <a:pt x="3785402" y="228948"/>
                </a:lnTo>
                <a:lnTo>
                  <a:pt x="3785402" y="228944"/>
                </a:lnTo>
                <a:lnTo>
                  <a:pt x="3780943" y="177271"/>
                </a:lnTo>
                <a:lnTo>
                  <a:pt x="3777129" y="153388"/>
                </a:lnTo>
                <a:lnTo>
                  <a:pt x="3776930" y="151569"/>
                </a:lnTo>
                <a:cubicBezTo>
                  <a:pt x="3772700" y="125876"/>
                  <a:pt x="3768195" y="100174"/>
                  <a:pt x="3766811" y="74129"/>
                </a:cubicBezTo>
                <a:close/>
                <a:moveTo>
                  <a:pt x="3766492" y="0"/>
                </a:moveTo>
                <a:lnTo>
                  <a:pt x="4230600" y="0"/>
                </a:lnTo>
                <a:lnTo>
                  <a:pt x="4229473" y="2817"/>
                </a:lnTo>
                <a:cubicBezTo>
                  <a:pt x="4221091" y="21486"/>
                  <a:pt x="4218423" y="43012"/>
                  <a:pt x="4215374" y="63587"/>
                </a:cubicBezTo>
                <a:cubicBezTo>
                  <a:pt x="4209850" y="101308"/>
                  <a:pt x="4206420" y="139219"/>
                  <a:pt x="4201468" y="176939"/>
                </a:cubicBezTo>
                <a:cubicBezTo>
                  <a:pt x="4200324" y="184941"/>
                  <a:pt x="4198230" y="194085"/>
                  <a:pt x="4193466" y="200182"/>
                </a:cubicBezTo>
                <a:cubicBezTo>
                  <a:pt x="4161461" y="241901"/>
                  <a:pt x="4152508" y="292579"/>
                  <a:pt x="4155554" y="340774"/>
                </a:cubicBezTo>
                <a:cubicBezTo>
                  <a:pt x="4157843" y="378686"/>
                  <a:pt x="4159557" y="415835"/>
                  <a:pt x="4156319" y="453364"/>
                </a:cubicBezTo>
                <a:cubicBezTo>
                  <a:pt x="4156127" y="456222"/>
                  <a:pt x="4156509" y="460032"/>
                  <a:pt x="4158033" y="462126"/>
                </a:cubicBezTo>
                <a:cubicBezTo>
                  <a:pt x="4168129" y="475081"/>
                  <a:pt x="4168891" y="488607"/>
                  <a:pt x="4170605" y="505182"/>
                </a:cubicBezTo>
                <a:cubicBezTo>
                  <a:pt x="4173083" y="528615"/>
                  <a:pt x="4171367" y="550141"/>
                  <a:pt x="4167177" y="571860"/>
                </a:cubicBezTo>
                <a:cubicBezTo>
                  <a:pt x="4164129" y="587672"/>
                  <a:pt x="4157843" y="603673"/>
                  <a:pt x="4149840" y="617772"/>
                </a:cubicBezTo>
                <a:cubicBezTo>
                  <a:pt x="4138600" y="637392"/>
                  <a:pt x="4134220" y="656255"/>
                  <a:pt x="4149078" y="674923"/>
                </a:cubicBezTo>
                <a:cubicBezTo>
                  <a:pt x="4164891" y="695116"/>
                  <a:pt x="4159367" y="717977"/>
                  <a:pt x="4159937" y="740268"/>
                </a:cubicBezTo>
                <a:cubicBezTo>
                  <a:pt x="4160129" y="749982"/>
                  <a:pt x="4159747" y="760270"/>
                  <a:pt x="4162223" y="769605"/>
                </a:cubicBezTo>
                <a:cubicBezTo>
                  <a:pt x="4169273" y="796655"/>
                  <a:pt x="4179941" y="822756"/>
                  <a:pt x="4184703" y="850189"/>
                </a:cubicBezTo>
                <a:cubicBezTo>
                  <a:pt x="4187370" y="865430"/>
                  <a:pt x="4182607" y="882384"/>
                  <a:pt x="4179179" y="898198"/>
                </a:cubicBezTo>
                <a:cubicBezTo>
                  <a:pt x="4175559" y="914200"/>
                  <a:pt x="4170035" y="930011"/>
                  <a:pt x="4164319" y="945444"/>
                </a:cubicBezTo>
                <a:cubicBezTo>
                  <a:pt x="4160509" y="955920"/>
                  <a:pt x="4156889" y="967350"/>
                  <a:pt x="4150030" y="975733"/>
                </a:cubicBezTo>
                <a:cubicBezTo>
                  <a:pt x="4134410" y="994785"/>
                  <a:pt x="4131742" y="1014406"/>
                  <a:pt x="4139934" y="1036887"/>
                </a:cubicBezTo>
                <a:cubicBezTo>
                  <a:pt x="4141268" y="1040315"/>
                  <a:pt x="4141268" y="1044315"/>
                  <a:pt x="4141458" y="1048125"/>
                </a:cubicBezTo>
                <a:cubicBezTo>
                  <a:pt x="4145458" y="1109091"/>
                  <a:pt x="4147936" y="1170051"/>
                  <a:pt x="4154032" y="1230633"/>
                </a:cubicBezTo>
                <a:cubicBezTo>
                  <a:pt x="4156509" y="1255206"/>
                  <a:pt x="4167367" y="1278829"/>
                  <a:pt x="4174225" y="1303024"/>
                </a:cubicBezTo>
                <a:cubicBezTo>
                  <a:pt x="4175559" y="1307978"/>
                  <a:pt x="4177655" y="1313504"/>
                  <a:pt x="4176701" y="1318456"/>
                </a:cubicBezTo>
                <a:cubicBezTo>
                  <a:pt x="4167177" y="1372368"/>
                  <a:pt x="4181083" y="1422854"/>
                  <a:pt x="4199372" y="1472575"/>
                </a:cubicBezTo>
                <a:cubicBezTo>
                  <a:pt x="4201278" y="1477717"/>
                  <a:pt x="4200706" y="1484004"/>
                  <a:pt x="4200324" y="1489720"/>
                </a:cubicBezTo>
                <a:cubicBezTo>
                  <a:pt x="4198992" y="1505724"/>
                  <a:pt x="4192324" y="1523059"/>
                  <a:pt x="4196324" y="1537537"/>
                </a:cubicBezTo>
                <a:cubicBezTo>
                  <a:pt x="4207374" y="1576019"/>
                  <a:pt x="4220709" y="1614120"/>
                  <a:pt x="4237473" y="1650317"/>
                </a:cubicBezTo>
                <a:cubicBezTo>
                  <a:pt x="4254428" y="1687086"/>
                  <a:pt x="4268716" y="1721185"/>
                  <a:pt x="4251572" y="1763287"/>
                </a:cubicBezTo>
                <a:cubicBezTo>
                  <a:pt x="4244331" y="1781194"/>
                  <a:pt x="4249476" y="1804816"/>
                  <a:pt x="4251380" y="1825393"/>
                </a:cubicBezTo>
                <a:cubicBezTo>
                  <a:pt x="4252904" y="1840441"/>
                  <a:pt x="4261478" y="1854920"/>
                  <a:pt x="4261478" y="1869780"/>
                </a:cubicBezTo>
                <a:cubicBezTo>
                  <a:pt x="4261478" y="1909408"/>
                  <a:pt x="4271574" y="1944649"/>
                  <a:pt x="4292149" y="1978940"/>
                </a:cubicBezTo>
                <a:cubicBezTo>
                  <a:pt x="4300149" y="1992279"/>
                  <a:pt x="4294815" y="2013043"/>
                  <a:pt x="4296911" y="2030378"/>
                </a:cubicBezTo>
                <a:cubicBezTo>
                  <a:pt x="4299387" y="2048668"/>
                  <a:pt x="4301673" y="2067525"/>
                  <a:pt x="4307200" y="2085054"/>
                </a:cubicBezTo>
                <a:cubicBezTo>
                  <a:pt x="4321678" y="2130393"/>
                  <a:pt x="4338061" y="2175163"/>
                  <a:pt x="4353301" y="2220312"/>
                </a:cubicBezTo>
                <a:cubicBezTo>
                  <a:pt x="4365876" y="2257459"/>
                  <a:pt x="4355969" y="2294039"/>
                  <a:pt x="4350635" y="2330806"/>
                </a:cubicBezTo>
                <a:cubicBezTo>
                  <a:pt x="4347205" y="2353859"/>
                  <a:pt x="4339013" y="2375383"/>
                  <a:pt x="4351205" y="2401292"/>
                </a:cubicBezTo>
                <a:cubicBezTo>
                  <a:pt x="4362827" y="2426059"/>
                  <a:pt x="4360159" y="2457492"/>
                  <a:pt x="4366446" y="2485307"/>
                </a:cubicBezTo>
                <a:cubicBezTo>
                  <a:pt x="4371780" y="2508742"/>
                  <a:pt x="4380354" y="2531409"/>
                  <a:pt x="4388736" y="2554079"/>
                </a:cubicBezTo>
                <a:cubicBezTo>
                  <a:pt x="4400167" y="2584942"/>
                  <a:pt x="4412167" y="2615421"/>
                  <a:pt x="4406453" y="2649143"/>
                </a:cubicBezTo>
                <a:cubicBezTo>
                  <a:pt x="4399975" y="2687436"/>
                  <a:pt x="4424359" y="2713723"/>
                  <a:pt x="4440554" y="2743826"/>
                </a:cubicBezTo>
                <a:cubicBezTo>
                  <a:pt x="4451602" y="2764590"/>
                  <a:pt x="4459795" y="2787259"/>
                  <a:pt x="4466653" y="2809930"/>
                </a:cubicBezTo>
                <a:cubicBezTo>
                  <a:pt x="4475607" y="2840219"/>
                  <a:pt x="4480941" y="2871462"/>
                  <a:pt x="4489704" y="2901943"/>
                </a:cubicBezTo>
                <a:cubicBezTo>
                  <a:pt x="4502848" y="2948047"/>
                  <a:pt x="4513136" y="2994722"/>
                  <a:pt x="4505896" y="3042728"/>
                </a:cubicBezTo>
                <a:cubicBezTo>
                  <a:pt x="4502658" y="3064827"/>
                  <a:pt x="4502848" y="3085403"/>
                  <a:pt x="4507612" y="3107500"/>
                </a:cubicBezTo>
                <a:cubicBezTo>
                  <a:pt x="4515422" y="3143695"/>
                  <a:pt x="4516375" y="3180844"/>
                  <a:pt x="4545521" y="3209993"/>
                </a:cubicBezTo>
                <a:cubicBezTo>
                  <a:pt x="4555810" y="3220280"/>
                  <a:pt x="4558476" y="3238758"/>
                  <a:pt x="4563810" y="3253809"/>
                </a:cubicBezTo>
                <a:cubicBezTo>
                  <a:pt x="4570098" y="3271145"/>
                  <a:pt x="4566858" y="3283908"/>
                  <a:pt x="4548570" y="3293244"/>
                </a:cubicBezTo>
                <a:cubicBezTo>
                  <a:pt x="4540379" y="3297434"/>
                  <a:pt x="4532377" y="3309437"/>
                  <a:pt x="4531043" y="3318771"/>
                </a:cubicBezTo>
                <a:cubicBezTo>
                  <a:pt x="4527043" y="3346776"/>
                  <a:pt x="4532949" y="3372495"/>
                  <a:pt x="4545904" y="3399546"/>
                </a:cubicBezTo>
                <a:cubicBezTo>
                  <a:pt x="4558096" y="3424883"/>
                  <a:pt x="4556762" y="3456508"/>
                  <a:pt x="4561524" y="3485275"/>
                </a:cubicBezTo>
                <a:cubicBezTo>
                  <a:pt x="4564954" y="3505657"/>
                  <a:pt x="4572002" y="3526042"/>
                  <a:pt x="4572002" y="3546617"/>
                </a:cubicBezTo>
                <a:cubicBezTo>
                  <a:pt x="4572002" y="3572146"/>
                  <a:pt x="4565906" y="3597482"/>
                  <a:pt x="4563620" y="3623201"/>
                </a:cubicBezTo>
                <a:cubicBezTo>
                  <a:pt x="4561716" y="3643204"/>
                  <a:pt x="4562478" y="3663589"/>
                  <a:pt x="4560192" y="3683591"/>
                </a:cubicBezTo>
                <a:cubicBezTo>
                  <a:pt x="4558476" y="3699976"/>
                  <a:pt x="4554096" y="3716168"/>
                  <a:pt x="4550476" y="3732361"/>
                </a:cubicBezTo>
                <a:cubicBezTo>
                  <a:pt x="4549142" y="3738267"/>
                  <a:pt x="4543997" y="3744173"/>
                  <a:pt x="4544759" y="3749506"/>
                </a:cubicBezTo>
                <a:cubicBezTo>
                  <a:pt x="4552952" y="3802467"/>
                  <a:pt x="4516375" y="3840569"/>
                  <a:pt x="4500182" y="3885338"/>
                </a:cubicBezTo>
                <a:cubicBezTo>
                  <a:pt x="4483035" y="3932394"/>
                  <a:pt x="4456747" y="3977925"/>
                  <a:pt x="4464557" y="4030503"/>
                </a:cubicBezTo>
                <a:cubicBezTo>
                  <a:pt x="4469319" y="4062318"/>
                  <a:pt x="4480369" y="4092989"/>
                  <a:pt x="4487038" y="4124614"/>
                </a:cubicBezTo>
                <a:cubicBezTo>
                  <a:pt x="4489324" y="4135854"/>
                  <a:pt x="4488942" y="4148427"/>
                  <a:pt x="4486656" y="4159667"/>
                </a:cubicBezTo>
                <a:cubicBezTo>
                  <a:pt x="4476177" y="4213961"/>
                  <a:pt x="4474653" y="4267493"/>
                  <a:pt x="4491800" y="4320837"/>
                </a:cubicBezTo>
                <a:cubicBezTo>
                  <a:pt x="4494658" y="4329979"/>
                  <a:pt x="4497324" y="4339695"/>
                  <a:pt x="4497324" y="4349222"/>
                </a:cubicBezTo>
                <a:cubicBezTo>
                  <a:pt x="4497324" y="4401419"/>
                  <a:pt x="4493324" y="4452665"/>
                  <a:pt x="4474653" y="4502579"/>
                </a:cubicBezTo>
                <a:cubicBezTo>
                  <a:pt x="4468367" y="4519343"/>
                  <a:pt x="4472367" y="4539728"/>
                  <a:pt x="4470843" y="4558207"/>
                </a:cubicBezTo>
                <a:cubicBezTo>
                  <a:pt x="4469511" y="4575351"/>
                  <a:pt x="4468939" y="4592878"/>
                  <a:pt x="4464557" y="4609452"/>
                </a:cubicBezTo>
                <a:cubicBezTo>
                  <a:pt x="4458081" y="4633647"/>
                  <a:pt x="4457319" y="4656126"/>
                  <a:pt x="4463033" y="4681083"/>
                </a:cubicBezTo>
                <a:cubicBezTo>
                  <a:pt x="4468367" y="4704895"/>
                  <a:pt x="4465701" y="4730614"/>
                  <a:pt x="4465891" y="4755381"/>
                </a:cubicBezTo>
                <a:cubicBezTo>
                  <a:pt x="4466081" y="4783004"/>
                  <a:pt x="4466271" y="4810627"/>
                  <a:pt x="4465319" y="4838250"/>
                </a:cubicBezTo>
                <a:cubicBezTo>
                  <a:pt x="4464939" y="4849300"/>
                  <a:pt x="4457319" y="4861873"/>
                  <a:pt x="4460367" y="4871019"/>
                </a:cubicBezTo>
                <a:cubicBezTo>
                  <a:pt x="4470653" y="4900546"/>
                  <a:pt x="4458271" y="4930075"/>
                  <a:pt x="4463795" y="4959602"/>
                </a:cubicBezTo>
                <a:cubicBezTo>
                  <a:pt x="4466653" y="4974082"/>
                  <a:pt x="4458843" y="4990465"/>
                  <a:pt x="4458081" y="5006086"/>
                </a:cubicBezTo>
                <a:cubicBezTo>
                  <a:pt x="4456747" y="5031614"/>
                  <a:pt x="4457319" y="5057141"/>
                  <a:pt x="4456937" y="5082670"/>
                </a:cubicBezTo>
                <a:cubicBezTo>
                  <a:pt x="4456747" y="5091052"/>
                  <a:pt x="4455985" y="5099245"/>
                  <a:pt x="4455602" y="5107627"/>
                </a:cubicBezTo>
                <a:cubicBezTo>
                  <a:pt x="4455222" y="5115057"/>
                  <a:pt x="4453508" y="5122867"/>
                  <a:pt x="4454840" y="5129916"/>
                </a:cubicBezTo>
                <a:cubicBezTo>
                  <a:pt x="4459605" y="5155445"/>
                  <a:pt x="4467415" y="5180591"/>
                  <a:pt x="4470463" y="5206308"/>
                </a:cubicBezTo>
                <a:cubicBezTo>
                  <a:pt x="4473129" y="5228597"/>
                  <a:pt x="4469511" y="5251650"/>
                  <a:pt x="4471415" y="5274129"/>
                </a:cubicBezTo>
                <a:cubicBezTo>
                  <a:pt x="4474653" y="5313754"/>
                  <a:pt x="4480369" y="5353379"/>
                  <a:pt x="4483989" y="5393005"/>
                </a:cubicBezTo>
                <a:cubicBezTo>
                  <a:pt x="4484751" y="5401579"/>
                  <a:pt x="4479987" y="5410531"/>
                  <a:pt x="4479607" y="5419295"/>
                </a:cubicBezTo>
                <a:cubicBezTo>
                  <a:pt x="4478655" y="5446728"/>
                  <a:pt x="4478463" y="5474161"/>
                  <a:pt x="4477893" y="5501594"/>
                </a:cubicBezTo>
                <a:cubicBezTo>
                  <a:pt x="4477701" y="5517215"/>
                  <a:pt x="4478273" y="5533027"/>
                  <a:pt x="4476559" y="5548460"/>
                </a:cubicBezTo>
                <a:cubicBezTo>
                  <a:pt x="4474273" y="5568842"/>
                  <a:pt x="4470843" y="5587321"/>
                  <a:pt x="4485703" y="5606372"/>
                </a:cubicBezTo>
                <a:cubicBezTo>
                  <a:pt x="4508754" y="5635711"/>
                  <a:pt x="4499800" y="5673050"/>
                  <a:pt x="4505134" y="5706959"/>
                </a:cubicBezTo>
                <a:cubicBezTo>
                  <a:pt x="4506468" y="5715723"/>
                  <a:pt x="4506658" y="5724678"/>
                  <a:pt x="4508182" y="5733440"/>
                </a:cubicBezTo>
                <a:cubicBezTo>
                  <a:pt x="4511040" y="5749634"/>
                  <a:pt x="4514278" y="5765635"/>
                  <a:pt x="4517519" y="5781830"/>
                </a:cubicBezTo>
                <a:cubicBezTo>
                  <a:pt x="4518089" y="5784686"/>
                  <a:pt x="4518281" y="5787924"/>
                  <a:pt x="4519233" y="5790592"/>
                </a:cubicBezTo>
                <a:cubicBezTo>
                  <a:pt x="4527233" y="5815169"/>
                  <a:pt x="4536377" y="5839361"/>
                  <a:pt x="4542855" y="5864318"/>
                </a:cubicBezTo>
                <a:cubicBezTo>
                  <a:pt x="4546094" y="5876511"/>
                  <a:pt x="4546476" y="5890037"/>
                  <a:pt x="4544759" y="5902610"/>
                </a:cubicBezTo>
                <a:cubicBezTo>
                  <a:pt x="4539807" y="5939377"/>
                  <a:pt x="4537711" y="5975764"/>
                  <a:pt x="4544951" y="6012723"/>
                </a:cubicBezTo>
                <a:cubicBezTo>
                  <a:pt x="4547808" y="6027392"/>
                  <a:pt x="4543045" y="6043776"/>
                  <a:pt x="4541331" y="6059397"/>
                </a:cubicBezTo>
                <a:cubicBezTo>
                  <a:pt x="4536759" y="6096736"/>
                  <a:pt x="4531805" y="6134075"/>
                  <a:pt x="4527425" y="6171605"/>
                </a:cubicBezTo>
                <a:cubicBezTo>
                  <a:pt x="4524757" y="6195037"/>
                  <a:pt x="4523233" y="6218660"/>
                  <a:pt x="4520567" y="6242093"/>
                </a:cubicBezTo>
                <a:cubicBezTo>
                  <a:pt x="4517327" y="6269144"/>
                  <a:pt x="4512374" y="6296005"/>
                  <a:pt x="4509706" y="6323058"/>
                </a:cubicBezTo>
                <a:cubicBezTo>
                  <a:pt x="4506658" y="6353919"/>
                  <a:pt x="4506088" y="6384972"/>
                  <a:pt x="4502848" y="6415833"/>
                </a:cubicBezTo>
                <a:cubicBezTo>
                  <a:pt x="4496562" y="6472225"/>
                  <a:pt x="4489132" y="6528424"/>
                  <a:pt x="4482083" y="6584812"/>
                </a:cubicBezTo>
                <a:cubicBezTo>
                  <a:pt x="4475225" y="6639488"/>
                  <a:pt x="4469129" y="6694164"/>
                  <a:pt x="4460557" y="6748458"/>
                </a:cubicBezTo>
                <a:cubicBezTo>
                  <a:pt x="4456937" y="6771319"/>
                  <a:pt x="4447030" y="6793035"/>
                  <a:pt x="4441506" y="6815516"/>
                </a:cubicBezTo>
                <a:lnTo>
                  <a:pt x="4431806" y="6858001"/>
                </a:lnTo>
                <a:lnTo>
                  <a:pt x="4259553" y="6858001"/>
                </a:lnTo>
                <a:lnTo>
                  <a:pt x="4265716" y="6812064"/>
                </a:lnTo>
                <a:lnTo>
                  <a:pt x="4265716" y="6812064"/>
                </a:lnTo>
                <a:lnTo>
                  <a:pt x="4265716" y="6812063"/>
                </a:lnTo>
                <a:cubicBezTo>
                  <a:pt x="4265240" y="6788417"/>
                  <a:pt x="4259954" y="6764841"/>
                  <a:pt x="4246238" y="6742552"/>
                </a:cubicBezTo>
                <a:lnTo>
                  <a:pt x="4232402" y="6702976"/>
                </a:lnTo>
                <a:lnTo>
                  <a:pt x="4235549" y="6683027"/>
                </a:lnTo>
                <a:cubicBezTo>
                  <a:pt x="4237915" y="6676306"/>
                  <a:pt x="4241666" y="6669496"/>
                  <a:pt x="4247000" y="6662542"/>
                </a:cubicBezTo>
                <a:cubicBezTo>
                  <a:pt x="4254334" y="6653111"/>
                  <a:pt x="4256191" y="6639108"/>
                  <a:pt x="4254095" y="6625225"/>
                </a:cubicBezTo>
                <a:lnTo>
                  <a:pt x="4254095" y="6625225"/>
                </a:lnTo>
                <a:lnTo>
                  <a:pt x="4254095" y="6625224"/>
                </a:lnTo>
                <a:cubicBezTo>
                  <a:pt x="4251999" y="6611342"/>
                  <a:pt x="4245951" y="6597578"/>
                  <a:pt x="4237473" y="6588625"/>
                </a:cubicBezTo>
                <a:lnTo>
                  <a:pt x="4214994" y="6564620"/>
                </a:lnTo>
                <a:lnTo>
                  <a:pt x="4214994" y="6564621"/>
                </a:lnTo>
                <a:cubicBezTo>
                  <a:pt x="4225281" y="6575479"/>
                  <a:pt x="4231377" y="6582147"/>
                  <a:pt x="4237473" y="6588626"/>
                </a:cubicBezTo>
                <a:lnTo>
                  <a:pt x="4254095" y="6625225"/>
                </a:lnTo>
                <a:lnTo>
                  <a:pt x="4254084" y="6645552"/>
                </a:lnTo>
                <a:cubicBezTo>
                  <a:pt x="4252965" y="6651967"/>
                  <a:pt x="4250667" y="6657825"/>
                  <a:pt x="4247000" y="6662541"/>
                </a:cubicBezTo>
                <a:cubicBezTo>
                  <a:pt x="4236332" y="6676448"/>
                  <a:pt x="4231997" y="6689783"/>
                  <a:pt x="4232402" y="6702976"/>
                </a:cubicBezTo>
                <a:lnTo>
                  <a:pt x="4232402" y="6702976"/>
                </a:lnTo>
                <a:lnTo>
                  <a:pt x="4232402" y="6702977"/>
                </a:lnTo>
                <a:cubicBezTo>
                  <a:pt x="4232807" y="6716169"/>
                  <a:pt x="4237951" y="6729219"/>
                  <a:pt x="4246238" y="6742553"/>
                </a:cubicBezTo>
                <a:cubicBezTo>
                  <a:pt x="4253096" y="6753698"/>
                  <a:pt x="4257847" y="6765164"/>
                  <a:pt x="4260942" y="6776800"/>
                </a:cubicBezTo>
                <a:lnTo>
                  <a:pt x="4265716" y="6812064"/>
                </a:lnTo>
                <a:lnTo>
                  <a:pt x="4259553" y="6858001"/>
                </a:lnTo>
                <a:lnTo>
                  <a:pt x="4259553" y="6858001"/>
                </a:lnTo>
                <a:lnTo>
                  <a:pt x="4259553" y="6858002"/>
                </a:lnTo>
                <a:lnTo>
                  <a:pt x="0" y="6858002"/>
                </a:lnTo>
                <a:lnTo>
                  <a:pt x="0" y="2"/>
                </a:lnTo>
                <a:lnTo>
                  <a:pt x="3766492" y="1"/>
                </a:lnTo>
                <a:lnTo>
                  <a:pt x="3769210" y="21486"/>
                </a:lnTo>
                <a:close/>
              </a:path>
            </a:pathLst>
          </a:custGeom>
          <a:effectLst>
            <a:outerShdw blurRad="381000" dist="152400" algn="l" rotWithShape="0">
              <a:prstClr val="black">
                <a:alpha val="10000"/>
              </a:prstClr>
            </a:outerShdw>
          </a:effectLst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40822D1-9EEA-4ECF-9360-D9AF87950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705643" y="2991643"/>
            <a:ext cx="6858001" cy="874716"/>
          </a:xfrm>
          <a:custGeom>
            <a:avLst/>
            <a:gdLst>
              <a:gd name="connsiteX0" fmla="*/ 0 w 6858001"/>
              <a:gd name="connsiteY0" fmla="*/ 533314 h 874716"/>
              <a:gd name="connsiteX1" fmla="*/ 0 w 6858001"/>
              <a:gd name="connsiteY1" fmla="*/ 69206 h 874716"/>
              <a:gd name="connsiteX2" fmla="*/ 21486 w 6858001"/>
              <a:gd name="connsiteY2" fmla="*/ 71924 h 874716"/>
              <a:gd name="connsiteX3" fmla="*/ 228948 w 6858001"/>
              <a:gd name="connsiteY3" fmla="*/ 88116 h 874716"/>
              <a:gd name="connsiteX4" fmla="*/ 313533 w 6858001"/>
              <a:gd name="connsiteY4" fmla="*/ 62779 h 874716"/>
              <a:gd name="connsiteX5" fmla="*/ 338870 w 6858001"/>
              <a:gd name="connsiteY5" fmla="*/ 62207 h 874716"/>
              <a:gd name="connsiteX6" fmla="*/ 395640 w 6858001"/>
              <a:gd name="connsiteY6" fmla="*/ 72114 h 874716"/>
              <a:gd name="connsiteX7" fmla="*/ 512802 w 6858001"/>
              <a:gd name="connsiteY7" fmla="*/ 65446 h 874716"/>
              <a:gd name="connsiteX8" fmla="*/ 556047 w 6858001"/>
              <a:gd name="connsiteY8" fmla="*/ 55349 h 874716"/>
              <a:gd name="connsiteX9" fmla="*/ 580050 w 6858001"/>
              <a:gd name="connsiteY9" fmla="*/ 48871 h 874716"/>
              <a:gd name="connsiteX10" fmla="*/ 703308 w 6858001"/>
              <a:gd name="connsiteY10" fmla="*/ 30964 h 874716"/>
              <a:gd name="connsiteX11" fmla="*/ 758174 w 6858001"/>
              <a:gd name="connsiteY11" fmla="*/ 11724 h 874716"/>
              <a:gd name="connsiteX12" fmla="*/ 773035 w 6858001"/>
              <a:gd name="connsiteY12" fmla="*/ 8866 h 874716"/>
              <a:gd name="connsiteX13" fmla="*/ 854379 w 6858001"/>
              <a:gd name="connsiteY13" fmla="*/ 16866 h 874716"/>
              <a:gd name="connsiteX14" fmla="*/ 915343 w 6858001"/>
              <a:gd name="connsiteY14" fmla="*/ 47919 h 874716"/>
              <a:gd name="connsiteX15" fmla="*/ 927155 w 6858001"/>
              <a:gd name="connsiteY15" fmla="*/ 58397 h 874716"/>
              <a:gd name="connsiteX16" fmla="*/ 1097087 w 6858001"/>
              <a:gd name="connsiteY16" fmla="*/ 54777 h 874716"/>
              <a:gd name="connsiteX17" fmla="*/ 1123185 w 6858001"/>
              <a:gd name="connsiteY17" fmla="*/ 50395 h 874716"/>
              <a:gd name="connsiteX18" fmla="*/ 1249302 w 6858001"/>
              <a:gd name="connsiteY18" fmla="*/ 68684 h 874716"/>
              <a:gd name="connsiteX19" fmla="*/ 1286069 w 6858001"/>
              <a:gd name="connsiteY19" fmla="*/ 72304 h 874716"/>
              <a:gd name="connsiteX20" fmla="*/ 1417899 w 6858001"/>
              <a:gd name="connsiteY20" fmla="*/ 88688 h 874716"/>
              <a:gd name="connsiteX21" fmla="*/ 1436568 w 6858001"/>
              <a:gd name="connsiteY21" fmla="*/ 73448 h 874716"/>
              <a:gd name="connsiteX22" fmla="*/ 1490292 w 6858001"/>
              <a:gd name="connsiteY22" fmla="*/ 35154 h 874716"/>
              <a:gd name="connsiteX23" fmla="*/ 1596213 w 6858001"/>
              <a:gd name="connsiteY23" fmla="*/ 1245 h 874716"/>
              <a:gd name="connsiteX24" fmla="*/ 1624980 w 6858001"/>
              <a:gd name="connsiteY24" fmla="*/ 3150 h 874716"/>
              <a:gd name="connsiteX25" fmla="*/ 1697753 w 6858001"/>
              <a:gd name="connsiteY25" fmla="*/ 59731 h 874716"/>
              <a:gd name="connsiteX26" fmla="*/ 1733188 w 6858001"/>
              <a:gd name="connsiteY26" fmla="*/ 82400 h 874716"/>
              <a:gd name="connsiteX27" fmla="*/ 1833775 w 6858001"/>
              <a:gd name="connsiteY27" fmla="*/ 124121 h 874716"/>
              <a:gd name="connsiteX28" fmla="*/ 1842158 w 6858001"/>
              <a:gd name="connsiteY28" fmla="*/ 131742 h 874716"/>
              <a:gd name="connsiteX29" fmla="*/ 1916454 w 6858001"/>
              <a:gd name="connsiteY29" fmla="*/ 222233 h 874716"/>
              <a:gd name="connsiteX30" fmla="*/ 1933219 w 6858001"/>
              <a:gd name="connsiteY30" fmla="*/ 237663 h 874716"/>
              <a:gd name="connsiteX31" fmla="*/ 1953413 w 6858001"/>
              <a:gd name="connsiteY31" fmla="*/ 261668 h 874716"/>
              <a:gd name="connsiteX32" fmla="*/ 2016469 w 6858001"/>
              <a:gd name="connsiteY32" fmla="*/ 308151 h 874716"/>
              <a:gd name="connsiteX33" fmla="*/ 2094578 w 6858001"/>
              <a:gd name="connsiteY33" fmla="*/ 323010 h 874716"/>
              <a:gd name="connsiteX34" fmla="*/ 2188879 w 6858001"/>
              <a:gd name="connsiteY34" fmla="*/ 345681 h 874716"/>
              <a:gd name="connsiteX35" fmla="*/ 2228314 w 6858001"/>
              <a:gd name="connsiteY35" fmla="*/ 360921 h 874716"/>
              <a:gd name="connsiteX36" fmla="*/ 2334044 w 6858001"/>
              <a:gd name="connsiteY36" fmla="*/ 389878 h 874716"/>
              <a:gd name="connsiteX37" fmla="*/ 2409485 w 6858001"/>
              <a:gd name="connsiteY37" fmla="*/ 414263 h 874716"/>
              <a:gd name="connsiteX38" fmla="*/ 2518264 w 6858001"/>
              <a:gd name="connsiteY38" fmla="*/ 428552 h 874716"/>
              <a:gd name="connsiteX39" fmla="*/ 2571034 w 6858001"/>
              <a:gd name="connsiteY39" fmla="*/ 429122 h 874716"/>
              <a:gd name="connsiteX40" fmla="*/ 2668001 w 6858001"/>
              <a:gd name="connsiteY40" fmla="*/ 502276 h 874716"/>
              <a:gd name="connsiteX41" fmla="*/ 2745348 w 6858001"/>
              <a:gd name="connsiteY41" fmla="*/ 550666 h 874716"/>
              <a:gd name="connsiteX42" fmla="*/ 2826694 w 6858001"/>
              <a:gd name="connsiteY42" fmla="*/ 527233 h 874716"/>
              <a:gd name="connsiteX43" fmla="*/ 2848793 w 6858001"/>
              <a:gd name="connsiteY43" fmla="*/ 505134 h 874716"/>
              <a:gd name="connsiteX44" fmla="*/ 2982148 w 6858001"/>
              <a:gd name="connsiteY44" fmla="*/ 484179 h 874716"/>
              <a:gd name="connsiteX45" fmla="*/ 3172654 w 6858001"/>
              <a:gd name="connsiteY45" fmla="*/ 483417 h 874716"/>
              <a:gd name="connsiteX46" fmla="*/ 3489467 w 6858001"/>
              <a:gd name="connsiteY46" fmla="*/ 435790 h 874716"/>
              <a:gd name="connsiteX47" fmla="*/ 3544713 w 6858001"/>
              <a:gd name="connsiteY47" fmla="*/ 413691 h 874716"/>
              <a:gd name="connsiteX48" fmla="*/ 3606817 w 6858001"/>
              <a:gd name="connsiteY48" fmla="*/ 408167 h 874716"/>
              <a:gd name="connsiteX49" fmla="*/ 3630632 w 6858001"/>
              <a:gd name="connsiteY49" fmla="*/ 421693 h 874716"/>
              <a:gd name="connsiteX50" fmla="*/ 3734837 w 6858001"/>
              <a:gd name="connsiteY50" fmla="*/ 441886 h 874716"/>
              <a:gd name="connsiteX51" fmla="*/ 3754652 w 6858001"/>
              <a:gd name="connsiteY51" fmla="*/ 442268 h 874716"/>
              <a:gd name="connsiteX52" fmla="*/ 3822472 w 6858001"/>
              <a:gd name="connsiteY52" fmla="*/ 433694 h 874716"/>
              <a:gd name="connsiteX53" fmla="*/ 3885338 w 6858001"/>
              <a:gd name="connsiteY53" fmla="*/ 428742 h 874716"/>
              <a:gd name="connsiteX54" fmla="*/ 4043839 w 6858001"/>
              <a:gd name="connsiteY54" fmla="*/ 444934 h 874716"/>
              <a:gd name="connsiteX55" fmla="*/ 4165383 w 6858001"/>
              <a:gd name="connsiteY55" fmla="*/ 441124 h 874716"/>
              <a:gd name="connsiteX56" fmla="*/ 4221391 w 6858001"/>
              <a:gd name="connsiteY56" fmla="*/ 444934 h 874716"/>
              <a:gd name="connsiteX57" fmla="*/ 4253014 w 6858001"/>
              <a:gd name="connsiteY57" fmla="*/ 450650 h 874716"/>
              <a:gd name="connsiteX58" fmla="*/ 4324645 w 6858001"/>
              <a:gd name="connsiteY58" fmla="*/ 490466 h 874716"/>
              <a:gd name="connsiteX59" fmla="*/ 4363890 w 6858001"/>
              <a:gd name="connsiteY59" fmla="*/ 499420 h 874716"/>
              <a:gd name="connsiteX60" fmla="*/ 4482004 w 6858001"/>
              <a:gd name="connsiteY60" fmla="*/ 498658 h 874716"/>
              <a:gd name="connsiteX61" fmla="*/ 4659174 w 6858001"/>
              <a:gd name="connsiteY61" fmla="*/ 438648 h 874716"/>
              <a:gd name="connsiteX62" fmla="*/ 4677655 w 6858001"/>
              <a:gd name="connsiteY62" fmla="*/ 430646 h 874716"/>
              <a:gd name="connsiteX63" fmla="*/ 4767764 w 6858001"/>
              <a:gd name="connsiteY63" fmla="*/ 420739 h 874716"/>
              <a:gd name="connsiteX64" fmla="*/ 4828916 w 6858001"/>
              <a:gd name="connsiteY64" fmla="*/ 434266 h 874716"/>
              <a:gd name="connsiteX65" fmla="*/ 4912168 w 6858001"/>
              <a:gd name="connsiteY65" fmla="*/ 462271 h 874716"/>
              <a:gd name="connsiteX66" fmla="*/ 4987037 w 6858001"/>
              <a:gd name="connsiteY66" fmla="*/ 485703 h 874716"/>
              <a:gd name="connsiteX67" fmla="*/ 5041521 w 6858001"/>
              <a:gd name="connsiteY67" fmla="*/ 512182 h 874716"/>
              <a:gd name="connsiteX68" fmla="*/ 5166113 w 6858001"/>
              <a:gd name="connsiteY68" fmla="*/ 531615 h 874716"/>
              <a:gd name="connsiteX69" fmla="*/ 5179067 w 6858001"/>
              <a:gd name="connsiteY69" fmla="*/ 534853 h 874716"/>
              <a:gd name="connsiteX70" fmla="*/ 5272796 w 6858001"/>
              <a:gd name="connsiteY70" fmla="*/ 511230 h 874716"/>
              <a:gd name="connsiteX71" fmla="*/ 5385384 w 6858001"/>
              <a:gd name="connsiteY71" fmla="*/ 487227 h 874716"/>
              <a:gd name="connsiteX72" fmla="*/ 5425582 w 6858001"/>
              <a:gd name="connsiteY72" fmla="*/ 495418 h 874716"/>
              <a:gd name="connsiteX73" fmla="*/ 5480637 w 6858001"/>
              <a:gd name="connsiteY73" fmla="*/ 507040 h 874716"/>
              <a:gd name="connsiteX74" fmla="*/ 5531693 w 6858001"/>
              <a:gd name="connsiteY74" fmla="*/ 500944 h 874716"/>
              <a:gd name="connsiteX75" fmla="*/ 5562746 w 6858001"/>
              <a:gd name="connsiteY75" fmla="*/ 500372 h 874716"/>
              <a:gd name="connsiteX76" fmla="*/ 5704483 w 6858001"/>
              <a:gd name="connsiteY76" fmla="*/ 571620 h 874716"/>
              <a:gd name="connsiteX77" fmla="*/ 5740488 w 6858001"/>
              <a:gd name="connsiteY77" fmla="*/ 577526 h 874716"/>
              <a:gd name="connsiteX78" fmla="*/ 5760873 w 6858001"/>
              <a:gd name="connsiteY78" fmla="*/ 586291 h 874716"/>
              <a:gd name="connsiteX79" fmla="*/ 5883751 w 6858001"/>
              <a:gd name="connsiteY79" fmla="*/ 674686 h 874716"/>
              <a:gd name="connsiteX80" fmla="*/ 5935949 w 6858001"/>
              <a:gd name="connsiteY80" fmla="*/ 692592 h 874716"/>
              <a:gd name="connsiteX81" fmla="*/ 5993291 w 6858001"/>
              <a:gd name="connsiteY81" fmla="*/ 688972 h 874716"/>
              <a:gd name="connsiteX82" fmla="*/ 6026440 w 6858001"/>
              <a:gd name="connsiteY82" fmla="*/ 682496 h 874716"/>
              <a:gd name="connsiteX83" fmla="*/ 6108738 w 6858001"/>
              <a:gd name="connsiteY83" fmla="*/ 626296 h 874716"/>
              <a:gd name="connsiteX84" fmla="*/ 6155602 w 6858001"/>
              <a:gd name="connsiteY84" fmla="*/ 628202 h 874716"/>
              <a:gd name="connsiteX85" fmla="*/ 6228756 w 6858001"/>
              <a:gd name="connsiteY85" fmla="*/ 666873 h 874716"/>
              <a:gd name="connsiteX86" fmla="*/ 6361539 w 6858001"/>
              <a:gd name="connsiteY86" fmla="*/ 684210 h 874716"/>
              <a:gd name="connsiteX87" fmla="*/ 6428979 w 6858001"/>
              <a:gd name="connsiteY87" fmla="*/ 630106 h 874716"/>
              <a:gd name="connsiteX88" fmla="*/ 6463840 w 6858001"/>
              <a:gd name="connsiteY88" fmla="*/ 578098 h 874716"/>
              <a:gd name="connsiteX89" fmla="*/ 6564620 w 6858001"/>
              <a:gd name="connsiteY89" fmla="*/ 517708 h 874716"/>
              <a:gd name="connsiteX90" fmla="*/ 6588625 w 6858001"/>
              <a:gd name="connsiteY90" fmla="*/ 540187 h 874716"/>
              <a:gd name="connsiteX91" fmla="*/ 6662541 w 6858001"/>
              <a:gd name="connsiteY91" fmla="*/ 549714 h 874716"/>
              <a:gd name="connsiteX92" fmla="*/ 6742552 w 6858001"/>
              <a:gd name="connsiteY92" fmla="*/ 548952 h 874716"/>
              <a:gd name="connsiteX93" fmla="*/ 6812063 w 6858001"/>
              <a:gd name="connsiteY93" fmla="*/ 568430 h 874716"/>
              <a:gd name="connsiteX94" fmla="*/ 6858001 w 6858001"/>
              <a:gd name="connsiteY94" fmla="*/ 562267 h 874716"/>
              <a:gd name="connsiteX95" fmla="*/ 6858001 w 6858001"/>
              <a:gd name="connsiteY95" fmla="*/ 734520 h 874716"/>
              <a:gd name="connsiteX96" fmla="*/ 6815516 w 6858001"/>
              <a:gd name="connsiteY96" fmla="*/ 744220 h 874716"/>
              <a:gd name="connsiteX97" fmla="*/ 6748458 w 6858001"/>
              <a:gd name="connsiteY97" fmla="*/ 763271 h 874716"/>
              <a:gd name="connsiteX98" fmla="*/ 6584812 w 6858001"/>
              <a:gd name="connsiteY98" fmla="*/ 784797 h 874716"/>
              <a:gd name="connsiteX99" fmla="*/ 6415833 w 6858001"/>
              <a:gd name="connsiteY99" fmla="*/ 805562 h 874716"/>
              <a:gd name="connsiteX100" fmla="*/ 6323058 w 6858001"/>
              <a:gd name="connsiteY100" fmla="*/ 812420 h 874716"/>
              <a:gd name="connsiteX101" fmla="*/ 6242093 w 6858001"/>
              <a:gd name="connsiteY101" fmla="*/ 823281 h 874716"/>
              <a:gd name="connsiteX102" fmla="*/ 6171605 w 6858001"/>
              <a:gd name="connsiteY102" fmla="*/ 830139 h 874716"/>
              <a:gd name="connsiteX103" fmla="*/ 6059397 w 6858001"/>
              <a:gd name="connsiteY103" fmla="*/ 844045 h 874716"/>
              <a:gd name="connsiteX104" fmla="*/ 6012723 w 6858001"/>
              <a:gd name="connsiteY104" fmla="*/ 847665 h 874716"/>
              <a:gd name="connsiteX105" fmla="*/ 5902610 w 6858001"/>
              <a:gd name="connsiteY105" fmla="*/ 847473 h 874716"/>
              <a:gd name="connsiteX106" fmla="*/ 5864318 w 6858001"/>
              <a:gd name="connsiteY106" fmla="*/ 845569 h 874716"/>
              <a:gd name="connsiteX107" fmla="*/ 5790592 w 6858001"/>
              <a:gd name="connsiteY107" fmla="*/ 821947 h 874716"/>
              <a:gd name="connsiteX108" fmla="*/ 5781830 w 6858001"/>
              <a:gd name="connsiteY108" fmla="*/ 820233 h 874716"/>
              <a:gd name="connsiteX109" fmla="*/ 5733440 w 6858001"/>
              <a:gd name="connsiteY109" fmla="*/ 810896 h 874716"/>
              <a:gd name="connsiteX110" fmla="*/ 5706959 w 6858001"/>
              <a:gd name="connsiteY110" fmla="*/ 807848 h 874716"/>
              <a:gd name="connsiteX111" fmla="*/ 5606372 w 6858001"/>
              <a:gd name="connsiteY111" fmla="*/ 788417 h 874716"/>
              <a:gd name="connsiteX112" fmla="*/ 5548460 w 6858001"/>
              <a:gd name="connsiteY112" fmla="*/ 779273 h 874716"/>
              <a:gd name="connsiteX113" fmla="*/ 5501594 w 6858001"/>
              <a:gd name="connsiteY113" fmla="*/ 780607 h 874716"/>
              <a:gd name="connsiteX114" fmla="*/ 5419295 w 6858001"/>
              <a:gd name="connsiteY114" fmla="*/ 782321 h 874716"/>
              <a:gd name="connsiteX115" fmla="*/ 5393005 w 6858001"/>
              <a:gd name="connsiteY115" fmla="*/ 786703 h 874716"/>
              <a:gd name="connsiteX116" fmla="*/ 5274129 w 6858001"/>
              <a:gd name="connsiteY116" fmla="*/ 774129 h 874716"/>
              <a:gd name="connsiteX117" fmla="*/ 5206308 w 6858001"/>
              <a:gd name="connsiteY117" fmla="*/ 773177 h 874716"/>
              <a:gd name="connsiteX118" fmla="*/ 5129916 w 6858001"/>
              <a:gd name="connsiteY118" fmla="*/ 757554 h 874716"/>
              <a:gd name="connsiteX119" fmla="*/ 5107627 w 6858001"/>
              <a:gd name="connsiteY119" fmla="*/ 758316 h 874716"/>
              <a:gd name="connsiteX120" fmla="*/ 5082670 w 6858001"/>
              <a:gd name="connsiteY120" fmla="*/ 759651 h 874716"/>
              <a:gd name="connsiteX121" fmla="*/ 5006086 w 6858001"/>
              <a:gd name="connsiteY121" fmla="*/ 760795 h 874716"/>
              <a:gd name="connsiteX122" fmla="*/ 4959602 w 6858001"/>
              <a:gd name="connsiteY122" fmla="*/ 766509 h 874716"/>
              <a:gd name="connsiteX123" fmla="*/ 4871019 w 6858001"/>
              <a:gd name="connsiteY123" fmla="*/ 763081 h 874716"/>
              <a:gd name="connsiteX124" fmla="*/ 4838250 w 6858001"/>
              <a:gd name="connsiteY124" fmla="*/ 768033 h 874716"/>
              <a:gd name="connsiteX125" fmla="*/ 4755381 w 6858001"/>
              <a:gd name="connsiteY125" fmla="*/ 768605 h 874716"/>
              <a:gd name="connsiteX126" fmla="*/ 4681083 w 6858001"/>
              <a:gd name="connsiteY126" fmla="*/ 765747 h 874716"/>
              <a:gd name="connsiteX127" fmla="*/ 4609452 w 6858001"/>
              <a:gd name="connsiteY127" fmla="*/ 767271 h 874716"/>
              <a:gd name="connsiteX128" fmla="*/ 4558207 w 6858001"/>
              <a:gd name="connsiteY128" fmla="*/ 773557 h 874716"/>
              <a:gd name="connsiteX129" fmla="*/ 4502579 w 6858001"/>
              <a:gd name="connsiteY129" fmla="*/ 777367 h 874716"/>
              <a:gd name="connsiteX130" fmla="*/ 4349222 w 6858001"/>
              <a:gd name="connsiteY130" fmla="*/ 800038 h 874716"/>
              <a:gd name="connsiteX131" fmla="*/ 4320837 w 6858001"/>
              <a:gd name="connsiteY131" fmla="*/ 794514 h 874716"/>
              <a:gd name="connsiteX132" fmla="*/ 4159667 w 6858001"/>
              <a:gd name="connsiteY132" fmla="*/ 789370 h 874716"/>
              <a:gd name="connsiteX133" fmla="*/ 4124614 w 6858001"/>
              <a:gd name="connsiteY133" fmla="*/ 789752 h 874716"/>
              <a:gd name="connsiteX134" fmla="*/ 4030503 w 6858001"/>
              <a:gd name="connsiteY134" fmla="*/ 767271 h 874716"/>
              <a:gd name="connsiteX135" fmla="*/ 3885338 w 6858001"/>
              <a:gd name="connsiteY135" fmla="*/ 802896 h 874716"/>
              <a:gd name="connsiteX136" fmla="*/ 3749506 w 6858001"/>
              <a:gd name="connsiteY136" fmla="*/ 847473 h 874716"/>
              <a:gd name="connsiteX137" fmla="*/ 3732361 w 6858001"/>
              <a:gd name="connsiteY137" fmla="*/ 853190 h 874716"/>
              <a:gd name="connsiteX138" fmla="*/ 3683591 w 6858001"/>
              <a:gd name="connsiteY138" fmla="*/ 862906 h 874716"/>
              <a:gd name="connsiteX139" fmla="*/ 3623201 w 6858001"/>
              <a:gd name="connsiteY139" fmla="*/ 866334 h 874716"/>
              <a:gd name="connsiteX140" fmla="*/ 3546617 w 6858001"/>
              <a:gd name="connsiteY140" fmla="*/ 874716 h 874716"/>
              <a:gd name="connsiteX141" fmla="*/ 3485275 w 6858001"/>
              <a:gd name="connsiteY141" fmla="*/ 864238 h 874716"/>
              <a:gd name="connsiteX142" fmla="*/ 3399546 w 6858001"/>
              <a:gd name="connsiteY142" fmla="*/ 848618 h 874716"/>
              <a:gd name="connsiteX143" fmla="*/ 3318771 w 6858001"/>
              <a:gd name="connsiteY143" fmla="*/ 833757 h 874716"/>
              <a:gd name="connsiteX144" fmla="*/ 3293244 w 6858001"/>
              <a:gd name="connsiteY144" fmla="*/ 851284 h 874716"/>
              <a:gd name="connsiteX145" fmla="*/ 3253809 w 6858001"/>
              <a:gd name="connsiteY145" fmla="*/ 866524 h 874716"/>
              <a:gd name="connsiteX146" fmla="*/ 3209993 w 6858001"/>
              <a:gd name="connsiteY146" fmla="*/ 848235 h 874716"/>
              <a:gd name="connsiteX147" fmla="*/ 3107500 w 6858001"/>
              <a:gd name="connsiteY147" fmla="*/ 810326 h 874716"/>
              <a:gd name="connsiteX148" fmla="*/ 3042728 w 6858001"/>
              <a:gd name="connsiteY148" fmla="*/ 808610 h 874716"/>
              <a:gd name="connsiteX149" fmla="*/ 2901943 w 6858001"/>
              <a:gd name="connsiteY149" fmla="*/ 792418 h 874716"/>
              <a:gd name="connsiteX150" fmla="*/ 2809930 w 6858001"/>
              <a:gd name="connsiteY150" fmla="*/ 769367 h 874716"/>
              <a:gd name="connsiteX151" fmla="*/ 2743826 w 6858001"/>
              <a:gd name="connsiteY151" fmla="*/ 743268 h 874716"/>
              <a:gd name="connsiteX152" fmla="*/ 2649143 w 6858001"/>
              <a:gd name="connsiteY152" fmla="*/ 709167 h 874716"/>
              <a:gd name="connsiteX153" fmla="*/ 2554079 w 6858001"/>
              <a:gd name="connsiteY153" fmla="*/ 691450 h 874716"/>
              <a:gd name="connsiteX154" fmla="*/ 2485307 w 6858001"/>
              <a:gd name="connsiteY154" fmla="*/ 669160 h 874716"/>
              <a:gd name="connsiteX155" fmla="*/ 2401292 w 6858001"/>
              <a:gd name="connsiteY155" fmla="*/ 653919 h 874716"/>
              <a:gd name="connsiteX156" fmla="*/ 2330806 w 6858001"/>
              <a:gd name="connsiteY156" fmla="*/ 653349 h 874716"/>
              <a:gd name="connsiteX157" fmla="*/ 2220312 w 6858001"/>
              <a:gd name="connsiteY157" fmla="*/ 656015 h 874716"/>
              <a:gd name="connsiteX158" fmla="*/ 2085054 w 6858001"/>
              <a:gd name="connsiteY158" fmla="*/ 609914 h 874716"/>
              <a:gd name="connsiteX159" fmla="*/ 2030378 w 6858001"/>
              <a:gd name="connsiteY159" fmla="*/ 599625 h 874716"/>
              <a:gd name="connsiteX160" fmla="*/ 1978940 w 6858001"/>
              <a:gd name="connsiteY160" fmla="*/ 594863 h 874716"/>
              <a:gd name="connsiteX161" fmla="*/ 1869780 w 6858001"/>
              <a:gd name="connsiteY161" fmla="*/ 564192 h 874716"/>
              <a:gd name="connsiteX162" fmla="*/ 1825393 w 6858001"/>
              <a:gd name="connsiteY162" fmla="*/ 554094 h 874716"/>
              <a:gd name="connsiteX163" fmla="*/ 1763287 w 6858001"/>
              <a:gd name="connsiteY163" fmla="*/ 554286 h 874716"/>
              <a:gd name="connsiteX164" fmla="*/ 1650317 w 6858001"/>
              <a:gd name="connsiteY164" fmla="*/ 540187 h 874716"/>
              <a:gd name="connsiteX165" fmla="*/ 1537537 w 6858001"/>
              <a:gd name="connsiteY165" fmla="*/ 499038 h 874716"/>
              <a:gd name="connsiteX166" fmla="*/ 1489720 w 6858001"/>
              <a:gd name="connsiteY166" fmla="*/ 503038 h 874716"/>
              <a:gd name="connsiteX167" fmla="*/ 1472575 w 6858001"/>
              <a:gd name="connsiteY167" fmla="*/ 502086 h 874716"/>
              <a:gd name="connsiteX168" fmla="*/ 1318456 w 6858001"/>
              <a:gd name="connsiteY168" fmla="*/ 479415 h 874716"/>
              <a:gd name="connsiteX169" fmla="*/ 1303024 w 6858001"/>
              <a:gd name="connsiteY169" fmla="*/ 476939 h 874716"/>
              <a:gd name="connsiteX170" fmla="*/ 1230633 w 6858001"/>
              <a:gd name="connsiteY170" fmla="*/ 456746 h 874716"/>
              <a:gd name="connsiteX171" fmla="*/ 1048125 w 6858001"/>
              <a:gd name="connsiteY171" fmla="*/ 444172 h 874716"/>
              <a:gd name="connsiteX172" fmla="*/ 1036887 w 6858001"/>
              <a:gd name="connsiteY172" fmla="*/ 442648 h 874716"/>
              <a:gd name="connsiteX173" fmla="*/ 975733 w 6858001"/>
              <a:gd name="connsiteY173" fmla="*/ 452744 h 874716"/>
              <a:gd name="connsiteX174" fmla="*/ 945444 w 6858001"/>
              <a:gd name="connsiteY174" fmla="*/ 467033 h 874716"/>
              <a:gd name="connsiteX175" fmla="*/ 898198 w 6858001"/>
              <a:gd name="connsiteY175" fmla="*/ 481893 h 874716"/>
              <a:gd name="connsiteX176" fmla="*/ 850189 w 6858001"/>
              <a:gd name="connsiteY176" fmla="*/ 487417 h 874716"/>
              <a:gd name="connsiteX177" fmla="*/ 769605 w 6858001"/>
              <a:gd name="connsiteY177" fmla="*/ 464937 h 874716"/>
              <a:gd name="connsiteX178" fmla="*/ 740268 w 6858001"/>
              <a:gd name="connsiteY178" fmla="*/ 462651 h 874716"/>
              <a:gd name="connsiteX179" fmla="*/ 674923 w 6858001"/>
              <a:gd name="connsiteY179" fmla="*/ 451792 h 874716"/>
              <a:gd name="connsiteX180" fmla="*/ 617772 w 6858001"/>
              <a:gd name="connsiteY180" fmla="*/ 452554 h 874716"/>
              <a:gd name="connsiteX181" fmla="*/ 571860 w 6858001"/>
              <a:gd name="connsiteY181" fmla="*/ 469891 h 874716"/>
              <a:gd name="connsiteX182" fmla="*/ 505182 w 6858001"/>
              <a:gd name="connsiteY182" fmla="*/ 473319 h 874716"/>
              <a:gd name="connsiteX183" fmla="*/ 462126 w 6858001"/>
              <a:gd name="connsiteY183" fmla="*/ 460747 h 874716"/>
              <a:gd name="connsiteX184" fmla="*/ 453364 w 6858001"/>
              <a:gd name="connsiteY184" fmla="*/ 459033 h 874716"/>
              <a:gd name="connsiteX185" fmla="*/ 340774 w 6858001"/>
              <a:gd name="connsiteY185" fmla="*/ 458268 h 874716"/>
              <a:gd name="connsiteX186" fmla="*/ 200182 w 6858001"/>
              <a:gd name="connsiteY186" fmla="*/ 496180 h 874716"/>
              <a:gd name="connsiteX187" fmla="*/ 176939 w 6858001"/>
              <a:gd name="connsiteY187" fmla="*/ 504182 h 874716"/>
              <a:gd name="connsiteX188" fmla="*/ 63587 w 6858001"/>
              <a:gd name="connsiteY188" fmla="*/ 518088 h 874716"/>
              <a:gd name="connsiteX189" fmla="*/ 2817 w 6858001"/>
              <a:gd name="connsiteY189" fmla="*/ 532187 h 874716"/>
              <a:gd name="connsiteX190" fmla="*/ 0 w 6858001"/>
              <a:gd name="connsiteY190" fmla="*/ 533314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6858001" h="874716">
                <a:moveTo>
                  <a:pt x="0" y="533314"/>
                </a:moveTo>
                <a:lnTo>
                  <a:pt x="0" y="69206"/>
                </a:lnTo>
                <a:lnTo>
                  <a:pt x="21486" y="71924"/>
                </a:lnTo>
                <a:cubicBezTo>
                  <a:pt x="92546" y="60493"/>
                  <a:pt x="159604" y="87354"/>
                  <a:pt x="228948" y="88116"/>
                </a:cubicBezTo>
                <a:cubicBezTo>
                  <a:pt x="260382" y="88496"/>
                  <a:pt x="291435" y="94592"/>
                  <a:pt x="313533" y="62779"/>
                </a:cubicBezTo>
                <a:cubicBezTo>
                  <a:pt x="316389" y="58587"/>
                  <a:pt x="330298" y="60873"/>
                  <a:pt x="338870" y="62207"/>
                </a:cubicBezTo>
                <a:cubicBezTo>
                  <a:pt x="357921" y="65066"/>
                  <a:pt x="376781" y="72304"/>
                  <a:pt x="395640" y="72114"/>
                </a:cubicBezTo>
                <a:cubicBezTo>
                  <a:pt x="434695" y="71924"/>
                  <a:pt x="473939" y="68876"/>
                  <a:pt x="512802" y="65446"/>
                </a:cubicBezTo>
                <a:cubicBezTo>
                  <a:pt x="527470" y="64112"/>
                  <a:pt x="541569" y="58969"/>
                  <a:pt x="556047" y="55349"/>
                </a:cubicBezTo>
                <a:cubicBezTo>
                  <a:pt x="564048" y="53253"/>
                  <a:pt x="572622" y="47729"/>
                  <a:pt x="580050" y="48871"/>
                </a:cubicBezTo>
                <a:cubicBezTo>
                  <a:pt x="623106" y="55539"/>
                  <a:pt x="662541" y="39157"/>
                  <a:pt x="703308" y="30964"/>
                </a:cubicBezTo>
                <a:cubicBezTo>
                  <a:pt x="722169" y="27154"/>
                  <a:pt x="739886" y="18010"/>
                  <a:pt x="758174" y="11724"/>
                </a:cubicBezTo>
                <a:cubicBezTo>
                  <a:pt x="762936" y="10008"/>
                  <a:pt x="768271" y="8484"/>
                  <a:pt x="773035" y="8866"/>
                </a:cubicBezTo>
                <a:cubicBezTo>
                  <a:pt x="800276" y="11152"/>
                  <a:pt x="827329" y="14390"/>
                  <a:pt x="854379" y="16866"/>
                </a:cubicBezTo>
                <a:cubicBezTo>
                  <a:pt x="878956" y="19152"/>
                  <a:pt x="903722" y="19914"/>
                  <a:pt x="915343" y="47919"/>
                </a:cubicBezTo>
                <a:cubicBezTo>
                  <a:pt x="917059" y="52301"/>
                  <a:pt x="922773" y="55539"/>
                  <a:pt x="927155" y="58397"/>
                </a:cubicBezTo>
                <a:cubicBezTo>
                  <a:pt x="994785" y="102405"/>
                  <a:pt x="1030980" y="101261"/>
                  <a:pt x="1097087" y="54777"/>
                </a:cubicBezTo>
                <a:cubicBezTo>
                  <a:pt x="1103945" y="50015"/>
                  <a:pt x="1118613" y="46585"/>
                  <a:pt x="1123185" y="50395"/>
                </a:cubicBezTo>
                <a:cubicBezTo>
                  <a:pt x="1162049" y="82020"/>
                  <a:pt x="1204532" y="78590"/>
                  <a:pt x="1249302" y="68684"/>
                </a:cubicBezTo>
                <a:cubicBezTo>
                  <a:pt x="1260922" y="66018"/>
                  <a:pt x="1277307" y="66018"/>
                  <a:pt x="1286069" y="72304"/>
                </a:cubicBezTo>
                <a:cubicBezTo>
                  <a:pt x="1327790" y="101451"/>
                  <a:pt x="1372560" y="97261"/>
                  <a:pt x="1417899" y="88688"/>
                </a:cubicBezTo>
                <a:cubicBezTo>
                  <a:pt x="1424948" y="87354"/>
                  <a:pt x="1433522" y="80114"/>
                  <a:pt x="1436568" y="73448"/>
                </a:cubicBezTo>
                <a:cubicBezTo>
                  <a:pt x="1447428" y="49825"/>
                  <a:pt x="1467813" y="41823"/>
                  <a:pt x="1490292" y="35154"/>
                </a:cubicBezTo>
                <a:cubicBezTo>
                  <a:pt x="1525727" y="24296"/>
                  <a:pt x="1560588" y="11532"/>
                  <a:pt x="1596213" y="1245"/>
                </a:cubicBezTo>
                <a:cubicBezTo>
                  <a:pt x="1604978" y="-1231"/>
                  <a:pt x="1615836" y="293"/>
                  <a:pt x="1624980" y="3150"/>
                </a:cubicBezTo>
                <a:cubicBezTo>
                  <a:pt x="1656223" y="12866"/>
                  <a:pt x="1676036" y="37251"/>
                  <a:pt x="1697753" y="59731"/>
                </a:cubicBezTo>
                <a:cubicBezTo>
                  <a:pt x="1707279" y="69638"/>
                  <a:pt x="1720423" y="76686"/>
                  <a:pt x="1733188" y="82400"/>
                </a:cubicBezTo>
                <a:cubicBezTo>
                  <a:pt x="1766335" y="97071"/>
                  <a:pt x="1800246" y="110215"/>
                  <a:pt x="1833775" y="124121"/>
                </a:cubicBezTo>
                <a:cubicBezTo>
                  <a:pt x="1837013" y="125455"/>
                  <a:pt x="1839679" y="128884"/>
                  <a:pt x="1842158" y="131742"/>
                </a:cubicBezTo>
                <a:cubicBezTo>
                  <a:pt x="1866922" y="161843"/>
                  <a:pt x="1891497" y="192132"/>
                  <a:pt x="1916454" y="222233"/>
                </a:cubicBezTo>
                <a:cubicBezTo>
                  <a:pt x="1921216" y="227947"/>
                  <a:pt x="1928076" y="232139"/>
                  <a:pt x="1933219" y="237663"/>
                </a:cubicBezTo>
                <a:cubicBezTo>
                  <a:pt x="1940459" y="245283"/>
                  <a:pt x="1949603" y="252524"/>
                  <a:pt x="1953413" y="261668"/>
                </a:cubicBezTo>
                <a:cubicBezTo>
                  <a:pt x="1965224" y="290433"/>
                  <a:pt x="1987894" y="302817"/>
                  <a:pt x="2016469" y="308151"/>
                </a:cubicBezTo>
                <a:cubicBezTo>
                  <a:pt x="2042570" y="313104"/>
                  <a:pt x="2068669" y="317296"/>
                  <a:pt x="2094578" y="323010"/>
                </a:cubicBezTo>
                <a:cubicBezTo>
                  <a:pt x="2126201" y="329868"/>
                  <a:pt x="2157636" y="337298"/>
                  <a:pt x="2188879" y="345681"/>
                </a:cubicBezTo>
                <a:cubicBezTo>
                  <a:pt x="2202404" y="349301"/>
                  <a:pt x="2216692" y="353491"/>
                  <a:pt x="2228314" y="360921"/>
                </a:cubicBezTo>
                <a:cubicBezTo>
                  <a:pt x="2260890" y="381496"/>
                  <a:pt x="2295753" y="395402"/>
                  <a:pt x="2334044" y="389878"/>
                </a:cubicBezTo>
                <a:cubicBezTo>
                  <a:pt x="2364715" y="385496"/>
                  <a:pt x="2390434" y="396736"/>
                  <a:pt x="2409485" y="414263"/>
                </a:cubicBezTo>
                <a:cubicBezTo>
                  <a:pt x="2444158" y="446078"/>
                  <a:pt x="2481305" y="438838"/>
                  <a:pt x="2518264" y="428552"/>
                </a:cubicBezTo>
                <a:cubicBezTo>
                  <a:pt x="2537315" y="423217"/>
                  <a:pt x="2552935" y="423979"/>
                  <a:pt x="2571034" y="429122"/>
                </a:cubicBezTo>
                <a:cubicBezTo>
                  <a:pt x="2612945" y="441124"/>
                  <a:pt x="2640950" y="473701"/>
                  <a:pt x="2668001" y="502276"/>
                </a:cubicBezTo>
                <a:cubicBezTo>
                  <a:pt x="2691054" y="526661"/>
                  <a:pt x="2716963" y="540377"/>
                  <a:pt x="2745348" y="550666"/>
                </a:cubicBezTo>
                <a:cubicBezTo>
                  <a:pt x="2781163" y="563810"/>
                  <a:pt x="2809548" y="558858"/>
                  <a:pt x="2826694" y="527233"/>
                </a:cubicBezTo>
                <a:cubicBezTo>
                  <a:pt x="2831457" y="518278"/>
                  <a:pt x="2839839" y="507800"/>
                  <a:pt x="2848793" y="505134"/>
                </a:cubicBezTo>
                <a:cubicBezTo>
                  <a:pt x="2892037" y="491800"/>
                  <a:pt x="2935854" y="472367"/>
                  <a:pt x="2982148" y="484179"/>
                </a:cubicBezTo>
                <a:cubicBezTo>
                  <a:pt x="3046158" y="500372"/>
                  <a:pt x="3108644" y="499420"/>
                  <a:pt x="3172654" y="483417"/>
                </a:cubicBezTo>
                <a:cubicBezTo>
                  <a:pt x="3276480" y="457508"/>
                  <a:pt x="3380305" y="430076"/>
                  <a:pt x="3489467" y="435790"/>
                </a:cubicBezTo>
                <a:cubicBezTo>
                  <a:pt x="3507563" y="436742"/>
                  <a:pt x="3529090" y="425121"/>
                  <a:pt x="3544713" y="413691"/>
                </a:cubicBezTo>
                <a:cubicBezTo>
                  <a:pt x="3574622" y="391974"/>
                  <a:pt x="3573288" y="390258"/>
                  <a:pt x="3606817" y="408167"/>
                </a:cubicBezTo>
                <a:cubicBezTo>
                  <a:pt x="3614819" y="412549"/>
                  <a:pt x="3624725" y="415215"/>
                  <a:pt x="3630632" y="421693"/>
                </a:cubicBezTo>
                <a:cubicBezTo>
                  <a:pt x="3660731" y="454650"/>
                  <a:pt x="3697880" y="446648"/>
                  <a:pt x="3734837" y="441886"/>
                </a:cubicBezTo>
                <a:cubicBezTo>
                  <a:pt x="3741315" y="440934"/>
                  <a:pt x="3749125" y="439600"/>
                  <a:pt x="3754652" y="442268"/>
                </a:cubicBezTo>
                <a:cubicBezTo>
                  <a:pt x="3779607" y="454268"/>
                  <a:pt x="3800753" y="450078"/>
                  <a:pt x="3822472" y="433694"/>
                </a:cubicBezTo>
                <a:cubicBezTo>
                  <a:pt x="3841331" y="419597"/>
                  <a:pt x="3863049" y="411215"/>
                  <a:pt x="3885338" y="428742"/>
                </a:cubicBezTo>
                <a:cubicBezTo>
                  <a:pt x="3934870" y="467605"/>
                  <a:pt x="3987829" y="469509"/>
                  <a:pt x="4043839" y="444934"/>
                </a:cubicBezTo>
                <a:cubicBezTo>
                  <a:pt x="4083845" y="427407"/>
                  <a:pt x="4123280" y="423407"/>
                  <a:pt x="4165383" y="441124"/>
                </a:cubicBezTo>
                <a:cubicBezTo>
                  <a:pt x="4181576" y="447982"/>
                  <a:pt x="4202531" y="443410"/>
                  <a:pt x="4221391" y="444934"/>
                </a:cubicBezTo>
                <a:cubicBezTo>
                  <a:pt x="4232060" y="445696"/>
                  <a:pt x="4243872" y="445886"/>
                  <a:pt x="4253014" y="450650"/>
                </a:cubicBezTo>
                <a:cubicBezTo>
                  <a:pt x="4277401" y="462843"/>
                  <a:pt x="4300070" y="478463"/>
                  <a:pt x="4324645" y="490466"/>
                </a:cubicBezTo>
                <a:cubicBezTo>
                  <a:pt x="4336457" y="496180"/>
                  <a:pt x="4350554" y="499228"/>
                  <a:pt x="4363890" y="499420"/>
                </a:cubicBezTo>
                <a:cubicBezTo>
                  <a:pt x="4403325" y="500372"/>
                  <a:pt x="4442761" y="500372"/>
                  <a:pt x="4482004" y="498658"/>
                </a:cubicBezTo>
                <a:cubicBezTo>
                  <a:pt x="4546776" y="495990"/>
                  <a:pt x="4612500" y="495418"/>
                  <a:pt x="4659174" y="438648"/>
                </a:cubicBezTo>
                <a:cubicBezTo>
                  <a:pt x="4662986" y="434076"/>
                  <a:pt x="4671176" y="431408"/>
                  <a:pt x="4677655" y="430646"/>
                </a:cubicBezTo>
                <a:cubicBezTo>
                  <a:pt x="4707564" y="427027"/>
                  <a:pt x="4738235" y="426645"/>
                  <a:pt x="4767764" y="420739"/>
                </a:cubicBezTo>
                <a:cubicBezTo>
                  <a:pt x="4791386" y="415977"/>
                  <a:pt x="4811009" y="417501"/>
                  <a:pt x="4828916" y="434266"/>
                </a:cubicBezTo>
                <a:cubicBezTo>
                  <a:pt x="4852348" y="456364"/>
                  <a:pt x="4880925" y="469319"/>
                  <a:pt x="4912168" y="462271"/>
                </a:cubicBezTo>
                <a:cubicBezTo>
                  <a:pt x="4943409" y="455412"/>
                  <a:pt x="4963984" y="470271"/>
                  <a:pt x="4987037" y="485703"/>
                </a:cubicBezTo>
                <a:cubicBezTo>
                  <a:pt x="5003801" y="496942"/>
                  <a:pt x="5022852" y="511040"/>
                  <a:pt x="5041521" y="512182"/>
                </a:cubicBezTo>
                <a:cubicBezTo>
                  <a:pt x="5083814" y="514658"/>
                  <a:pt x="5120201" y="553904"/>
                  <a:pt x="5166113" y="531615"/>
                </a:cubicBezTo>
                <a:cubicBezTo>
                  <a:pt x="5169161" y="530091"/>
                  <a:pt x="5174685" y="533901"/>
                  <a:pt x="5179067" y="534853"/>
                </a:cubicBezTo>
                <a:cubicBezTo>
                  <a:pt x="5214121" y="542093"/>
                  <a:pt x="5247078" y="535043"/>
                  <a:pt x="5272796" y="511230"/>
                </a:cubicBezTo>
                <a:cubicBezTo>
                  <a:pt x="5306516" y="480177"/>
                  <a:pt x="5343855" y="477129"/>
                  <a:pt x="5385384" y="487227"/>
                </a:cubicBezTo>
                <a:cubicBezTo>
                  <a:pt x="5398721" y="490466"/>
                  <a:pt x="5412057" y="492752"/>
                  <a:pt x="5425582" y="495418"/>
                </a:cubicBezTo>
                <a:cubicBezTo>
                  <a:pt x="5443870" y="499228"/>
                  <a:pt x="5462351" y="503230"/>
                  <a:pt x="5480637" y="507040"/>
                </a:cubicBezTo>
                <a:cubicBezTo>
                  <a:pt x="5498356" y="510850"/>
                  <a:pt x="5517979" y="517326"/>
                  <a:pt x="5531693" y="500944"/>
                </a:cubicBezTo>
                <a:cubicBezTo>
                  <a:pt x="5543506" y="486845"/>
                  <a:pt x="5551888" y="488179"/>
                  <a:pt x="5562746" y="500372"/>
                </a:cubicBezTo>
                <a:cubicBezTo>
                  <a:pt x="5600467" y="543045"/>
                  <a:pt x="5646189" y="569716"/>
                  <a:pt x="5704483" y="571620"/>
                </a:cubicBezTo>
                <a:cubicBezTo>
                  <a:pt x="5716485" y="572002"/>
                  <a:pt x="5728678" y="574668"/>
                  <a:pt x="5740488" y="577526"/>
                </a:cubicBezTo>
                <a:cubicBezTo>
                  <a:pt x="5747728" y="579241"/>
                  <a:pt x="5756493" y="581147"/>
                  <a:pt x="5760873" y="586291"/>
                </a:cubicBezTo>
                <a:cubicBezTo>
                  <a:pt x="5794974" y="625534"/>
                  <a:pt x="5837457" y="652777"/>
                  <a:pt x="5883751" y="674686"/>
                </a:cubicBezTo>
                <a:cubicBezTo>
                  <a:pt x="5900323" y="682496"/>
                  <a:pt x="5918042" y="690306"/>
                  <a:pt x="5935949" y="692592"/>
                </a:cubicBezTo>
                <a:cubicBezTo>
                  <a:pt x="5954617" y="694878"/>
                  <a:pt x="5974240" y="691068"/>
                  <a:pt x="5993291" y="688972"/>
                </a:cubicBezTo>
                <a:cubicBezTo>
                  <a:pt x="6004531" y="687830"/>
                  <a:pt x="6017485" y="688020"/>
                  <a:pt x="6026440" y="682496"/>
                </a:cubicBezTo>
                <a:cubicBezTo>
                  <a:pt x="6054825" y="665159"/>
                  <a:pt x="6082258" y="646491"/>
                  <a:pt x="6108738" y="626296"/>
                </a:cubicBezTo>
                <a:cubicBezTo>
                  <a:pt x="6131409" y="608960"/>
                  <a:pt x="6135981" y="606483"/>
                  <a:pt x="6155602" y="628202"/>
                </a:cubicBezTo>
                <a:cubicBezTo>
                  <a:pt x="6175797" y="650491"/>
                  <a:pt x="6200944" y="662111"/>
                  <a:pt x="6228756" y="666873"/>
                </a:cubicBezTo>
                <a:cubicBezTo>
                  <a:pt x="6272764" y="674304"/>
                  <a:pt x="6317151" y="680590"/>
                  <a:pt x="6361539" y="684210"/>
                </a:cubicBezTo>
                <a:cubicBezTo>
                  <a:pt x="6401736" y="687448"/>
                  <a:pt x="6420977" y="669922"/>
                  <a:pt x="6428979" y="630106"/>
                </a:cubicBezTo>
                <a:cubicBezTo>
                  <a:pt x="6433551" y="608007"/>
                  <a:pt x="6439458" y="584003"/>
                  <a:pt x="6463840" y="578098"/>
                </a:cubicBezTo>
                <a:cubicBezTo>
                  <a:pt x="6503658" y="568572"/>
                  <a:pt x="6544997" y="564382"/>
                  <a:pt x="6564620" y="517708"/>
                </a:cubicBezTo>
                <a:cubicBezTo>
                  <a:pt x="6575478" y="527995"/>
                  <a:pt x="6582146" y="534091"/>
                  <a:pt x="6588625" y="540187"/>
                </a:cubicBezTo>
                <a:cubicBezTo>
                  <a:pt x="6606531" y="557142"/>
                  <a:pt x="6643678" y="564382"/>
                  <a:pt x="6662541" y="549714"/>
                </a:cubicBezTo>
                <a:cubicBezTo>
                  <a:pt x="6690354" y="528377"/>
                  <a:pt x="6715883" y="532377"/>
                  <a:pt x="6742552" y="548952"/>
                </a:cubicBezTo>
                <a:cubicBezTo>
                  <a:pt x="6764841" y="562668"/>
                  <a:pt x="6788417" y="567954"/>
                  <a:pt x="6812063" y="568430"/>
                </a:cubicBezTo>
                <a:lnTo>
                  <a:pt x="6858001" y="562267"/>
                </a:lnTo>
                <a:lnTo>
                  <a:pt x="6858001" y="734520"/>
                </a:lnTo>
                <a:lnTo>
                  <a:pt x="6815516" y="744220"/>
                </a:lnTo>
                <a:cubicBezTo>
                  <a:pt x="6793035" y="749744"/>
                  <a:pt x="6771319" y="759651"/>
                  <a:pt x="6748458" y="763271"/>
                </a:cubicBezTo>
                <a:cubicBezTo>
                  <a:pt x="6694164" y="771843"/>
                  <a:pt x="6639488" y="777939"/>
                  <a:pt x="6584812" y="784797"/>
                </a:cubicBezTo>
                <a:cubicBezTo>
                  <a:pt x="6528424" y="791846"/>
                  <a:pt x="6472225" y="799276"/>
                  <a:pt x="6415833" y="805562"/>
                </a:cubicBezTo>
                <a:cubicBezTo>
                  <a:pt x="6384972" y="808802"/>
                  <a:pt x="6353919" y="809372"/>
                  <a:pt x="6323058" y="812420"/>
                </a:cubicBezTo>
                <a:cubicBezTo>
                  <a:pt x="6296005" y="815088"/>
                  <a:pt x="6269144" y="820041"/>
                  <a:pt x="6242093" y="823281"/>
                </a:cubicBezTo>
                <a:cubicBezTo>
                  <a:pt x="6218660" y="825947"/>
                  <a:pt x="6195037" y="827471"/>
                  <a:pt x="6171605" y="830139"/>
                </a:cubicBezTo>
                <a:cubicBezTo>
                  <a:pt x="6134075" y="834519"/>
                  <a:pt x="6096736" y="839473"/>
                  <a:pt x="6059397" y="844045"/>
                </a:cubicBezTo>
                <a:cubicBezTo>
                  <a:pt x="6043776" y="845759"/>
                  <a:pt x="6027392" y="850522"/>
                  <a:pt x="6012723" y="847665"/>
                </a:cubicBezTo>
                <a:cubicBezTo>
                  <a:pt x="5975764" y="840425"/>
                  <a:pt x="5939377" y="842521"/>
                  <a:pt x="5902610" y="847473"/>
                </a:cubicBezTo>
                <a:cubicBezTo>
                  <a:pt x="5890037" y="849190"/>
                  <a:pt x="5876511" y="848808"/>
                  <a:pt x="5864318" y="845569"/>
                </a:cubicBezTo>
                <a:cubicBezTo>
                  <a:pt x="5839361" y="839091"/>
                  <a:pt x="5815169" y="829947"/>
                  <a:pt x="5790592" y="821947"/>
                </a:cubicBezTo>
                <a:cubicBezTo>
                  <a:pt x="5787924" y="820995"/>
                  <a:pt x="5784686" y="820803"/>
                  <a:pt x="5781830" y="820233"/>
                </a:cubicBezTo>
                <a:cubicBezTo>
                  <a:pt x="5765635" y="816992"/>
                  <a:pt x="5749634" y="813754"/>
                  <a:pt x="5733440" y="810896"/>
                </a:cubicBezTo>
                <a:cubicBezTo>
                  <a:pt x="5724678" y="809372"/>
                  <a:pt x="5715723" y="809182"/>
                  <a:pt x="5706959" y="807848"/>
                </a:cubicBezTo>
                <a:cubicBezTo>
                  <a:pt x="5673050" y="802514"/>
                  <a:pt x="5635711" y="811468"/>
                  <a:pt x="5606372" y="788417"/>
                </a:cubicBezTo>
                <a:cubicBezTo>
                  <a:pt x="5587321" y="773557"/>
                  <a:pt x="5568842" y="776987"/>
                  <a:pt x="5548460" y="779273"/>
                </a:cubicBezTo>
                <a:cubicBezTo>
                  <a:pt x="5533027" y="780987"/>
                  <a:pt x="5517215" y="780415"/>
                  <a:pt x="5501594" y="780607"/>
                </a:cubicBezTo>
                <a:cubicBezTo>
                  <a:pt x="5474161" y="781177"/>
                  <a:pt x="5446728" y="781369"/>
                  <a:pt x="5419295" y="782321"/>
                </a:cubicBezTo>
                <a:cubicBezTo>
                  <a:pt x="5410531" y="782701"/>
                  <a:pt x="5401579" y="787465"/>
                  <a:pt x="5393005" y="786703"/>
                </a:cubicBezTo>
                <a:cubicBezTo>
                  <a:pt x="5353379" y="783083"/>
                  <a:pt x="5313754" y="777367"/>
                  <a:pt x="5274129" y="774129"/>
                </a:cubicBezTo>
                <a:cubicBezTo>
                  <a:pt x="5251650" y="772225"/>
                  <a:pt x="5228597" y="775843"/>
                  <a:pt x="5206308" y="773177"/>
                </a:cubicBezTo>
                <a:cubicBezTo>
                  <a:pt x="5180591" y="770129"/>
                  <a:pt x="5155445" y="762319"/>
                  <a:pt x="5129916" y="757554"/>
                </a:cubicBezTo>
                <a:cubicBezTo>
                  <a:pt x="5122867" y="756222"/>
                  <a:pt x="5115057" y="757936"/>
                  <a:pt x="5107627" y="758316"/>
                </a:cubicBezTo>
                <a:cubicBezTo>
                  <a:pt x="5099245" y="758699"/>
                  <a:pt x="5091052" y="759461"/>
                  <a:pt x="5082670" y="759651"/>
                </a:cubicBezTo>
                <a:cubicBezTo>
                  <a:pt x="5057141" y="760033"/>
                  <a:pt x="5031614" y="759461"/>
                  <a:pt x="5006086" y="760795"/>
                </a:cubicBezTo>
                <a:cubicBezTo>
                  <a:pt x="4990465" y="761557"/>
                  <a:pt x="4974082" y="769367"/>
                  <a:pt x="4959602" y="766509"/>
                </a:cubicBezTo>
                <a:cubicBezTo>
                  <a:pt x="4930075" y="760985"/>
                  <a:pt x="4900546" y="773367"/>
                  <a:pt x="4871019" y="763081"/>
                </a:cubicBezTo>
                <a:cubicBezTo>
                  <a:pt x="4861873" y="760033"/>
                  <a:pt x="4849300" y="767653"/>
                  <a:pt x="4838250" y="768033"/>
                </a:cubicBezTo>
                <a:cubicBezTo>
                  <a:pt x="4810627" y="768985"/>
                  <a:pt x="4783004" y="768795"/>
                  <a:pt x="4755381" y="768605"/>
                </a:cubicBezTo>
                <a:cubicBezTo>
                  <a:pt x="4730614" y="768415"/>
                  <a:pt x="4704895" y="771081"/>
                  <a:pt x="4681083" y="765747"/>
                </a:cubicBezTo>
                <a:cubicBezTo>
                  <a:pt x="4656126" y="760033"/>
                  <a:pt x="4633647" y="760795"/>
                  <a:pt x="4609452" y="767271"/>
                </a:cubicBezTo>
                <a:cubicBezTo>
                  <a:pt x="4592878" y="771653"/>
                  <a:pt x="4575351" y="772225"/>
                  <a:pt x="4558207" y="773557"/>
                </a:cubicBezTo>
                <a:cubicBezTo>
                  <a:pt x="4539728" y="775081"/>
                  <a:pt x="4519343" y="771081"/>
                  <a:pt x="4502579" y="777367"/>
                </a:cubicBezTo>
                <a:cubicBezTo>
                  <a:pt x="4452665" y="796038"/>
                  <a:pt x="4401419" y="800038"/>
                  <a:pt x="4349222" y="800038"/>
                </a:cubicBezTo>
                <a:cubicBezTo>
                  <a:pt x="4339695" y="800038"/>
                  <a:pt x="4329979" y="797372"/>
                  <a:pt x="4320837" y="794514"/>
                </a:cubicBezTo>
                <a:cubicBezTo>
                  <a:pt x="4267493" y="777367"/>
                  <a:pt x="4213961" y="778891"/>
                  <a:pt x="4159667" y="789370"/>
                </a:cubicBezTo>
                <a:cubicBezTo>
                  <a:pt x="4148427" y="791656"/>
                  <a:pt x="4135854" y="792038"/>
                  <a:pt x="4124614" y="789752"/>
                </a:cubicBezTo>
                <a:cubicBezTo>
                  <a:pt x="4092989" y="783083"/>
                  <a:pt x="4062318" y="772033"/>
                  <a:pt x="4030503" y="767271"/>
                </a:cubicBezTo>
                <a:cubicBezTo>
                  <a:pt x="3977925" y="759461"/>
                  <a:pt x="3932394" y="785749"/>
                  <a:pt x="3885338" y="802896"/>
                </a:cubicBezTo>
                <a:cubicBezTo>
                  <a:pt x="3840569" y="819089"/>
                  <a:pt x="3802467" y="855666"/>
                  <a:pt x="3749506" y="847473"/>
                </a:cubicBezTo>
                <a:cubicBezTo>
                  <a:pt x="3744173" y="846711"/>
                  <a:pt x="3738267" y="851856"/>
                  <a:pt x="3732361" y="853190"/>
                </a:cubicBezTo>
                <a:cubicBezTo>
                  <a:pt x="3716168" y="856810"/>
                  <a:pt x="3699976" y="861190"/>
                  <a:pt x="3683591" y="862906"/>
                </a:cubicBezTo>
                <a:cubicBezTo>
                  <a:pt x="3663589" y="865192"/>
                  <a:pt x="3643204" y="864430"/>
                  <a:pt x="3623201" y="866334"/>
                </a:cubicBezTo>
                <a:cubicBezTo>
                  <a:pt x="3597482" y="868620"/>
                  <a:pt x="3572146" y="874716"/>
                  <a:pt x="3546617" y="874716"/>
                </a:cubicBezTo>
                <a:cubicBezTo>
                  <a:pt x="3526042" y="874716"/>
                  <a:pt x="3505657" y="867668"/>
                  <a:pt x="3485275" y="864238"/>
                </a:cubicBezTo>
                <a:cubicBezTo>
                  <a:pt x="3456508" y="859476"/>
                  <a:pt x="3424883" y="860810"/>
                  <a:pt x="3399546" y="848618"/>
                </a:cubicBezTo>
                <a:cubicBezTo>
                  <a:pt x="3372495" y="835663"/>
                  <a:pt x="3346776" y="829757"/>
                  <a:pt x="3318771" y="833757"/>
                </a:cubicBezTo>
                <a:cubicBezTo>
                  <a:pt x="3309437" y="835091"/>
                  <a:pt x="3297434" y="843093"/>
                  <a:pt x="3293244" y="851284"/>
                </a:cubicBezTo>
                <a:cubicBezTo>
                  <a:pt x="3283908" y="869572"/>
                  <a:pt x="3271145" y="872812"/>
                  <a:pt x="3253809" y="866524"/>
                </a:cubicBezTo>
                <a:cubicBezTo>
                  <a:pt x="3238758" y="861190"/>
                  <a:pt x="3220280" y="858524"/>
                  <a:pt x="3209993" y="848235"/>
                </a:cubicBezTo>
                <a:cubicBezTo>
                  <a:pt x="3180844" y="819089"/>
                  <a:pt x="3143695" y="818136"/>
                  <a:pt x="3107500" y="810326"/>
                </a:cubicBezTo>
                <a:cubicBezTo>
                  <a:pt x="3085403" y="805562"/>
                  <a:pt x="3064827" y="805372"/>
                  <a:pt x="3042728" y="808610"/>
                </a:cubicBezTo>
                <a:cubicBezTo>
                  <a:pt x="2994722" y="815850"/>
                  <a:pt x="2948047" y="805562"/>
                  <a:pt x="2901943" y="792418"/>
                </a:cubicBezTo>
                <a:cubicBezTo>
                  <a:pt x="2871462" y="783655"/>
                  <a:pt x="2840219" y="778321"/>
                  <a:pt x="2809930" y="769367"/>
                </a:cubicBezTo>
                <a:cubicBezTo>
                  <a:pt x="2787259" y="762509"/>
                  <a:pt x="2764590" y="754316"/>
                  <a:pt x="2743826" y="743268"/>
                </a:cubicBezTo>
                <a:cubicBezTo>
                  <a:pt x="2713723" y="727073"/>
                  <a:pt x="2687436" y="702689"/>
                  <a:pt x="2649143" y="709167"/>
                </a:cubicBezTo>
                <a:cubicBezTo>
                  <a:pt x="2615421" y="714881"/>
                  <a:pt x="2584942" y="702881"/>
                  <a:pt x="2554079" y="691450"/>
                </a:cubicBezTo>
                <a:cubicBezTo>
                  <a:pt x="2531409" y="683068"/>
                  <a:pt x="2508742" y="674494"/>
                  <a:pt x="2485307" y="669160"/>
                </a:cubicBezTo>
                <a:cubicBezTo>
                  <a:pt x="2457492" y="662873"/>
                  <a:pt x="2426059" y="665541"/>
                  <a:pt x="2401292" y="653919"/>
                </a:cubicBezTo>
                <a:cubicBezTo>
                  <a:pt x="2375383" y="641727"/>
                  <a:pt x="2353859" y="649919"/>
                  <a:pt x="2330806" y="653349"/>
                </a:cubicBezTo>
                <a:cubicBezTo>
                  <a:pt x="2294039" y="658683"/>
                  <a:pt x="2257459" y="668590"/>
                  <a:pt x="2220312" y="656015"/>
                </a:cubicBezTo>
                <a:cubicBezTo>
                  <a:pt x="2175163" y="640775"/>
                  <a:pt x="2130393" y="624392"/>
                  <a:pt x="2085054" y="609914"/>
                </a:cubicBezTo>
                <a:cubicBezTo>
                  <a:pt x="2067525" y="604387"/>
                  <a:pt x="2048668" y="602101"/>
                  <a:pt x="2030378" y="599625"/>
                </a:cubicBezTo>
                <a:cubicBezTo>
                  <a:pt x="2013043" y="597529"/>
                  <a:pt x="1992279" y="602863"/>
                  <a:pt x="1978940" y="594863"/>
                </a:cubicBezTo>
                <a:cubicBezTo>
                  <a:pt x="1944649" y="574288"/>
                  <a:pt x="1909408" y="564192"/>
                  <a:pt x="1869780" y="564192"/>
                </a:cubicBezTo>
                <a:cubicBezTo>
                  <a:pt x="1854920" y="564192"/>
                  <a:pt x="1840441" y="555618"/>
                  <a:pt x="1825393" y="554094"/>
                </a:cubicBezTo>
                <a:cubicBezTo>
                  <a:pt x="1804816" y="552190"/>
                  <a:pt x="1781194" y="547045"/>
                  <a:pt x="1763287" y="554286"/>
                </a:cubicBezTo>
                <a:cubicBezTo>
                  <a:pt x="1721185" y="571430"/>
                  <a:pt x="1687086" y="557142"/>
                  <a:pt x="1650317" y="540187"/>
                </a:cubicBezTo>
                <a:cubicBezTo>
                  <a:pt x="1614120" y="523423"/>
                  <a:pt x="1576019" y="510088"/>
                  <a:pt x="1537537" y="499038"/>
                </a:cubicBezTo>
                <a:cubicBezTo>
                  <a:pt x="1523059" y="495038"/>
                  <a:pt x="1505724" y="501706"/>
                  <a:pt x="1489720" y="503038"/>
                </a:cubicBezTo>
                <a:cubicBezTo>
                  <a:pt x="1484004" y="503420"/>
                  <a:pt x="1477717" y="503992"/>
                  <a:pt x="1472575" y="502086"/>
                </a:cubicBezTo>
                <a:cubicBezTo>
                  <a:pt x="1422854" y="483797"/>
                  <a:pt x="1372368" y="469891"/>
                  <a:pt x="1318456" y="479415"/>
                </a:cubicBezTo>
                <a:cubicBezTo>
                  <a:pt x="1313504" y="480369"/>
                  <a:pt x="1307978" y="478273"/>
                  <a:pt x="1303024" y="476939"/>
                </a:cubicBezTo>
                <a:cubicBezTo>
                  <a:pt x="1278829" y="470081"/>
                  <a:pt x="1255206" y="459223"/>
                  <a:pt x="1230633" y="456746"/>
                </a:cubicBezTo>
                <a:cubicBezTo>
                  <a:pt x="1170051" y="450650"/>
                  <a:pt x="1109091" y="448172"/>
                  <a:pt x="1048125" y="444172"/>
                </a:cubicBezTo>
                <a:cubicBezTo>
                  <a:pt x="1044315" y="443982"/>
                  <a:pt x="1040315" y="443982"/>
                  <a:pt x="1036887" y="442648"/>
                </a:cubicBezTo>
                <a:cubicBezTo>
                  <a:pt x="1014406" y="434456"/>
                  <a:pt x="994785" y="437124"/>
                  <a:pt x="975733" y="452744"/>
                </a:cubicBezTo>
                <a:cubicBezTo>
                  <a:pt x="967350" y="459603"/>
                  <a:pt x="955920" y="463223"/>
                  <a:pt x="945444" y="467033"/>
                </a:cubicBezTo>
                <a:cubicBezTo>
                  <a:pt x="930011" y="472749"/>
                  <a:pt x="914200" y="478273"/>
                  <a:pt x="898198" y="481893"/>
                </a:cubicBezTo>
                <a:cubicBezTo>
                  <a:pt x="882384" y="485321"/>
                  <a:pt x="865430" y="490084"/>
                  <a:pt x="850189" y="487417"/>
                </a:cubicBezTo>
                <a:cubicBezTo>
                  <a:pt x="822756" y="482655"/>
                  <a:pt x="796655" y="471987"/>
                  <a:pt x="769605" y="464937"/>
                </a:cubicBezTo>
                <a:cubicBezTo>
                  <a:pt x="760270" y="462461"/>
                  <a:pt x="749982" y="462843"/>
                  <a:pt x="740268" y="462651"/>
                </a:cubicBezTo>
                <a:cubicBezTo>
                  <a:pt x="717977" y="462081"/>
                  <a:pt x="695116" y="467605"/>
                  <a:pt x="674923" y="451792"/>
                </a:cubicBezTo>
                <a:cubicBezTo>
                  <a:pt x="656255" y="436934"/>
                  <a:pt x="637392" y="441314"/>
                  <a:pt x="617772" y="452554"/>
                </a:cubicBezTo>
                <a:cubicBezTo>
                  <a:pt x="603673" y="460557"/>
                  <a:pt x="587672" y="466843"/>
                  <a:pt x="571860" y="469891"/>
                </a:cubicBezTo>
                <a:cubicBezTo>
                  <a:pt x="550141" y="474081"/>
                  <a:pt x="528615" y="475797"/>
                  <a:pt x="505182" y="473319"/>
                </a:cubicBezTo>
                <a:cubicBezTo>
                  <a:pt x="488607" y="471605"/>
                  <a:pt x="475081" y="470843"/>
                  <a:pt x="462126" y="460747"/>
                </a:cubicBezTo>
                <a:cubicBezTo>
                  <a:pt x="460032" y="459223"/>
                  <a:pt x="456222" y="458841"/>
                  <a:pt x="453364" y="459033"/>
                </a:cubicBezTo>
                <a:cubicBezTo>
                  <a:pt x="415835" y="462271"/>
                  <a:pt x="378686" y="460557"/>
                  <a:pt x="340774" y="458268"/>
                </a:cubicBezTo>
                <a:cubicBezTo>
                  <a:pt x="292579" y="455222"/>
                  <a:pt x="241901" y="464175"/>
                  <a:pt x="200182" y="496180"/>
                </a:cubicBezTo>
                <a:cubicBezTo>
                  <a:pt x="194085" y="500944"/>
                  <a:pt x="184941" y="503038"/>
                  <a:pt x="176939" y="504182"/>
                </a:cubicBezTo>
                <a:cubicBezTo>
                  <a:pt x="139219" y="509134"/>
                  <a:pt x="101308" y="512564"/>
                  <a:pt x="63587" y="518088"/>
                </a:cubicBezTo>
                <a:cubicBezTo>
                  <a:pt x="43012" y="521137"/>
                  <a:pt x="21486" y="523805"/>
                  <a:pt x="2817" y="532187"/>
                </a:cubicBezTo>
                <a:lnTo>
                  <a:pt x="0" y="53331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: Shape 21">
            <a:extLst>
              <a:ext uri="{FF2B5EF4-FFF2-40B4-BE49-F238E27FC236}">
                <a16:creationId xmlns:a16="http://schemas.microsoft.com/office/drawing/2014/main" id="{DC292A62-7F34-4E30-BE04-48164A1DA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705643" y="2991644"/>
            <a:ext cx="6858001" cy="874716"/>
          </a:xfrm>
          <a:custGeom>
            <a:avLst/>
            <a:gdLst>
              <a:gd name="connsiteX0" fmla="*/ 0 w 6858001"/>
              <a:gd name="connsiteY0" fmla="*/ 533314 h 874716"/>
              <a:gd name="connsiteX1" fmla="*/ 0 w 6858001"/>
              <a:gd name="connsiteY1" fmla="*/ 69206 h 874716"/>
              <a:gd name="connsiteX2" fmla="*/ 21486 w 6858001"/>
              <a:gd name="connsiteY2" fmla="*/ 71924 h 874716"/>
              <a:gd name="connsiteX3" fmla="*/ 228948 w 6858001"/>
              <a:gd name="connsiteY3" fmla="*/ 88116 h 874716"/>
              <a:gd name="connsiteX4" fmla="*/ 313533 w 6858001"/>
              <a:gd name="connsiteY4" fmla="*/ 62779 h 874716"/>
              <a:gd name="connsiteX5" fmla="*/ 338870 w 6858001"/>
              <a:gd name="connsiteY5" fmla="*/ 62207 h 874716"/>
              <a:gd name="connsiteX6" fmla="*/ 395640 w 6858001"/>
              <a:gd name="connsiteY6" fmla="*/ 72114 h 874716"/>
              <a:gd name="connsiteX7" fmla="*/ 512802 w 6858001"/>
              <a:gd name="connsiteY7" fmla="*/ 65446 h 874716"/>
              <a:gd name="connsiteX8" fmla="*/ 556047 w 6858001"/>
              <a:gd name="connsiteY8" fmla="*/ 55349 h 874716"/>
              <a:gd name="connsiteX9" fmla="*/ 580050 w 6858001"/>
              <a:gd name="connsiteY9" fmla="*/ 48871 h 874716"/>
              <a:gd name="connsiteX10" fmla="*/ 703308 w 6858001"/>
              <a:gd name="connsiteY10" fmla="*/ 30964 h 874716"/>
              <a:gd name="connsiteX11" fmla="*/ 758174 w 6858001"/>
              <a:gd name="connsiteY11" fmla="*/ 11724 h 874716"/>
              <a:gd name="connsiteX12" fmla="*/ 773035 w 6858001"/>
              <a:gd name="connsiteY12" fmla="*/ 8866 h 874716"/>
              <a:gd name="connsiteX13" fmla="*/ 854379 w 6858001"/>
              <a:gd name="connsiteY13" fmla="*/ 16866 h 874716"/>
              <a:gd name="connsiteX14" fmla="*/ 915343 w 6858001"/>
              <a:gd name="connsiteY14" fmla="*/ 47919 h 874716"/>
              <a:gd name="connsiteX15" fmla="*/ 927155 w 6858001"/>
              <a:gd name="connsiteY15" fmla="*/ 58397 h 874716"/>
              <a:gd name="connsiteX16" fmla="*/ 1097087 w 6858001"/>
              <a:gd name="connsiteY16" fmla="*/ 54777 h 874716"/>
              <a:gd name="connsiteX17" fmla="*/ 1123185 w 6858001"/>
              <a:gd name="connsiteY17" fmla="*/ 50395 h 874716"/>
              <a:gd name="connsiteX18" fmla="*/ 1249302 w 6858001"/>
              <a:gd name="connsiteY18" fmla="*/ 68684 h 874716"/>
              <a:gd name="connsiteX19" fmla="*/ 1286069 w 6858001"/>
              <a:gd name="connsiteY19" fmla="*/ 72304 h 874716"/>
              <a:gd name="connsiteX20" fmla="*/ 1417899 w 6858001"/>
              <a:gd name="connsiteY20" fmla="*/ 88688 h 874716"/>
              <a:gd name="connsiteX21" fmla="*/ 1436568 w 6858001"/>
              <a:gd name="connsiteY21" fmla="*/ 73448 h 874716"/>
              <a:gd name="connsiteX22" fmla="*/ 1490292 w 6858001"/>
              <a:gd name="connsiteY22" fmla="*/ 35154 h 874716"/>
              <a:gd name="connsiteX23" fmla="*/ 1596213 w 6858001"/>
              <a:gd name="connsiteY23" fmla="*/ 1245 h 874716"/>
              <a:gd name="connsiteX24" fmla="*/ 1624980 w 6858001"/>
              <a:gd name="connsiteY24" fmla="*/ 3150 h 874716"/>
              <a:gd name="connsiteX25" fmla="*/ 1697753 w 6858001"/>
              <a:gd name="connsiteY25" fmla="*/ 59731 h 874716"/>
              <a:gd name="connsiteX26" fmla="*/ 1733188 w 6858001"/>
              <a:gd name="connsiteY26" fmla="*/ 82400 h 874716"/>
              <a:gd name="connsiteX27" fmla="*/ 1833775 w 6858001"/>
              <a:gd name="connsiteY27" fmla="*/ 124121 h 874716"/>
              <a:gd name="connsiteX28" fmla="*/ 1842158 w 6858001"/>
              <a:gd name="connsiteY28" fmla="*/ 131742 h 874716"/>
              <a:gd name="connsiteX29" fmla="*/ 1916454 w 6858001"/>
              <a:gd name="connsiteY29" fmla="*/ 222233 h 874716"/>
              <a:gd name="connsiteX30" fmla="*/ 1933219 w 6858001"/>
              <a:gd name="connsiteY30" fmla="*/ 237663 h 874716"/>
              <a:gd name="connsiteX31" fmla="*/ 1953413 w 6858001"/>
              <a:gd name="connsiteY31" fmla="*/ 261668 h 874716"/>
              <a:gd name="connsiteX32" fmla="*/ 2016469 w 6858001"/>
              <a:gd name="connsiteY32" fmla="*/ 308151 h 874716"/>
              <a:gd name="connsiteX33" fmla="*/ 2094578 w 6858001"/>
              <a:gd name="connsiteY33" fmla="*/ 323010 h 874716"/>
              <a:gd name="connsiteX34" fmla="*/ 2188879 w 6858001"/>
              <a:gd name="connsiteY34" fmla="*/ 345681 h 874716"/>
              <a:gd name="connsiteX35" fmla="*/ 2228314 w 6858001"/>
              <a:gd name="connsiteY35" fmla="*/ 360921 h 874716"/>
              <a:gd name="connsiteX36" fmla="*/ 2334044 w 6858001"/>
              <a:gd name="connsiteY36" fmla="*/ 389878 h 874716"/>
              <a:gd name="connsiteX37" fmla="*/ 2409485 w 6858001"/>
              <a:gd name="connsiteY37" fmla="*/ 414263 h 874716"/>
              <a:gd name="connsiteX38" fmla="*/ 2518264 w 6858001"/>
              <a:gd name="connsiteY38" fmla="*/ 428552 h 874716"/>
              <a:gd name="connsiteX39" fmla="*/ 2571034 w 6858001"/>
              <a:gd name="connsiteY39" fmla="*/ 429122 h 874716"/>
              <a:gd name="connsiteX40" fmla="*/ 2668001 w 6858001"/>
              <a:gd name="connsiteY40" fmla="*/ 502276 h 874716"/>
              <a:gd name="connsiteX41" fmla="*/ 2745348 w 6858001"/>
              <a:gd name="connsiteY41" fmla="*/ 550666 h 874716"/>
              <a:gd name="connsiteX42" fmla="*/ 2826694 w 6858001"/>
              <a:gd name="connsiteY42" fmla="*/ 527233 h 874716"/>
              <a:gd name="connsiteX43" fmla="*/ 2848793 w 6858001"/>
              <a:gd name="connsiteY43" fmla="*/ 505134 h 874716"/>
              <a:gd name="connsiteX44" fmla="*/ 2982148 w 6858001"/>
              <a:gd name="connsiteY44" fmla="*/ 484179 h 874716"/>
              <a:gd name="connsiteX45" fmla="*/ 3172654 w 6858001"/>
              <a:gd name="connsiteY45" fmla="*/ 483417 h 874716"/>
              <a:gd name="connsiteX46" fmla="*/ 3489467 w 6858001"/>
              <a:gd name="connsiteY46" fmla="*/ 435790 h 874716"/>
              <a:gd name="connsiteX47" fmla="*/ 3544713 w 6858001"/>
              <a:gd name="connsiteY47" fmla="*/ 413691 h 874716"/>
              <a:gd name="connsiteX48" fmla="*/ 3606817 w 6858001"/>
              <a:gd name="connsiteY48" fmla="*/ 408167 h 874716"/>
              <a:gd name="connsiteX49" fmla="*/ 3630632 w 6858001"/>
              <a:gd name="connsiteY49" fmla="*/ 421693 h 874716"/>
              <a:gd name="connsiteX50" fmla="*/ 3734837 w 6858001"/>
              <a:gd name="connsiteY50" fmla="*/ 441886 h 874716"/>
              <a:gd name="connsiteX51" fmla="*/ 3754652 w 6858001"/>
              <a:gd name="connsiteY51" fmla="*/ 442268 h 874716"/>
              <a:gd name="connsiteX52" fmla="*/ 3822472 w 6858001"/>
              <a:gd name="connsiteY52" fmla="*/ 433694 h 874716"/>
              <a:gd name="connsiteX53" fmla="*/ 3885338 w 6858001"/>
              <a:gd name="connsiteY53" fmla="*/ 428742 h 874716"/>
              <a:gd name="connsiteX54" fmla="*/ 4043839 w 6858001"/>
              <a:gd name="connsiteY54" fmla="*/ 444934 h 874716"/>
              <a:gd name="connsiteX55" fmla="*/ 4165383 w 6858001"/>
              <a:gd name="connsiteY55" fmla="*/ 441124 h 874716"/>
              <a:gd name="connsiteX56" fmla="*/ 4221391 w 6858001"/>
              <a:gd name="connsiteY56" fmla="*/ 444934 h 874716"/>
              <a:gd name="connsiteX57" fmla="*/ 4253014 w 6858001"/>
              <a:gd name="connsiteY57" fmla="*/ 450650 h 874716"/>
              <a:gd name="connsiteX58" fmla="*/ 4324645 w 6858001"/>
              <a:gd name="connsiteY58" fmla="*/ 490466 h 874716"/>
              <a:gd name="connsiteX59" fmla="*/ 4363890 w 6858001"/>
              <a:gd name="connsiteY59" fmla="*/ 499420 h 874716"/>
              <a:gd name="connsiteX60" fmla="*/ 4482004 w 6858001"/>
              <a:gd name="connsiteY60" fmla="*/ 498658 h 874716"/>
              <a:gd name="connsiteX61" fmla="*/ 4659174 w 6858001"/>
              <a:gd name="connsiteY61" fmla="*/ 438648 h 874716"/>
              <a:gd name="connsiteX62" fmla="*/ 4677655 w 6858001"/>
              <a:gd name="connsiteY62" fmla="*/ 430646 h 874716"/>
              <a:gd name="connsiteX63" fmla="*/ 4767764 w 6858001"/>
              <a:gd name="connsiteY63" fmla="*/ 420739 h 874716"/>
              <a:gd name="connsiteX64" fmla="*/ 4828916 w 6858001"/>
              <a:gd name="connsiteY64" fmla="*/ 434266 h 874716"/>
              <a:gd name="connsiteX65" fmla="*/ 4912168 w 6858001"/>
              <a:gd name="connsiteY65" fmla="*/ 462271 h 874716"/>
              <a:gd name="connsiteX66" fmla="*/ 4987037 w 6858001"/>
              <a:gd name="connsiteY66" fmla="*/ 485703 h 874716"/>
              <a:gd name="connsiteX67" fmla="*/ 5041521 w 6858001"/>
              <a:gd name="connsiteY67" fmla="*/ 512182 h 874716"/>
              <a:gd name="connsiteX68" fmla="*/ 5166113 w 6858001"/>
              <a:gd name="connsiteY68" fmla="*/ 531615 h 874716"/>
              <a:gd name="connsiteX69" fmla="*/ 5179067 w 6858001"/>
              <a:gd name="connsiteY69" fmla="*/ 534853 h 874716"/>
              <a:gd name="connsiteX70" fmla="*/ 5272796 w 6858001"/>
              <a:gd name="connsiteY70" fmla="*/ 511230 h 874716"/>
              <a:gd name="connsiteX71" fmla="*/ 5385384 w 6858001"/>
              <a:gd name="connsiteY71" fmla="*/ 487227 h 874716"/>
              <a:gd name="connsiteX72" fmla="*/ 5425582 w 6858001"/>
              <a:gd name="connsiteY72" fmla="*/ 495418 h 874716"/>
              <a:gd name="connsiteX73" fmla="*/ 5480637 w 6858001"/>
              <a:gd name="connsiteY73" fmla="*/ 507040 h 874716"/>
              <a:gd name="connsiteX74" fmla="*/ 5531693 w 6858001"/>
              <a:gd name="connsiteY74" fmla="*/ 500944 h 874716"/>
              <a:gd name="connsiteX75" fmla="*/ 5562746 w 6858001"/>
              <a:gd name="connsiteY75" fmla="*/ 500372 h 874716"/>
              <a:gd name="connsiteX76" fmla="*/ 5704483 w 6858001"/>
              <a:gd name="connsiteY76" fmla="*/ 571620 h 874716"/>
              <a:gd name="connsiteX77" fmla="*/ 5740488 w 6858001"/>
              <a:gd name="connsiteY77" fmla="*/ 577526 h 874716"/>
              <a:gd name="connsiteX78" fmla="*/ 5760873 w 6858001"/>
              <a:gd name="connsiteY78" fmla="*/ 586291 h 874716"/>
              <a:gd name="connsiteX79" fmla="*/ 5883751 w 6858001"/>
              <a:gd name="connsiteY79" fmla="*/ 674686 h 874716"/>
              <a:gd name="connsiteX80" fmla="*/ 5935949 w 6858001"/>
              <a:gd name="connsiteY80" fmla="*/ 692592 h 874716"/>
              <a:gd name="connsiteX81" fmla="*/ 5993291 w 6858001"/>
              <a:gd name="connsiteY81" fmla="*/ 688972 h 874716"/>
              <a:gd name="connsiteX82" fmla="*/ 6026440 w 6858001"/>
              <a:gd name="connsiteY82" fmla="*/ 682496 h 874716"/>
              <a:gd name="connsiteX83" fmla="*/ 6108738 w 6858001"/>
              <a:gd name="connsiteY83" fmla="*/ 626296 h 874716"/>
              <a:gd name="connsiteX84" fmla="*/ 6155602 w 6858001"/>
              <a:gd name="connsiteY84" fmla="*/ 628202 h 874716"/>
              <a:gd name="connsiteX85" fmla="*/ 6228756 w 6858001"/>
              <a:gd name="connsiteY85" fmla="*/ 666873 h 874716"/>
              <a:gd name="connsiteX86" fmla="*/ 6361539 w 6858001"/>
              <a:gd name="connsiteY86" fmla="*/ 684210 h 874716"/>
              <a:gd name="connsiteX87" fmla="*/ 6428979 w 6858001"/>
              <a:gd name="connsiteY87" fmla="*/ 630106 h 874716"/>
              <a:gd name="connsiteX88" fmla="*/ 6463840 w 6858001"/>
              <a:gd name="connsiteY88" fmla="*/ 578098 h 874716"/>
              <a:gd name="connsiteX89" fmla="*/ 6564620 w 6858001"/>
              <a:gd name="connsiteY89" fmla="*/ 517708 h 874716"/>
              <a:gd name="connsiteX90" fmla="*/ 6588625 w 6858001"/>
              <a:gd name="connsiteY90" fmla="*/ 540187 h 874716"/>
              <a:gd name="connsiteX91" fmla="*/ 6662541 w 6858001"/>
              <a:gd name="connsiteY91" fmla="*/ 549714 h 874716"/>
              <a:gd name="connsiteX92" fmla="*/ 6742552 w 6858001"/>
              <a:gd name="connsiteY92" fmla="*/ 548952 h 874716"/>
              <a:gd name="connsiteX93" fmla="*/ 6812063 w 6858001"/>
              <a:gd name="connsiteY93" fmla="*/ 568430 h 874716"/>
              <a:gd name="connsiteX94" fmla="*/ 6858001 w 6858001"/>
              <a:gd name="connsiteY94" fmla="*/ 562267 h 874716"/>
              <a:gd name="connsiteX95" fmla="*/ 6858001 w 6858001"/>
              <a:gd name="connsiteY95" fmla="*/ 734520 h 874716"/>
              <a:gd name="connsiteX96" fmla="*/ 6815516 w 6858001"/>
              <a:gd name="connsiteY96" fmla="*/ 744220 h 874716"/>
              <a:gd name="connsiteX97" fmla="*/ 6748458 w 6858001"/>
              <a:gd name="connsiteY97" fmla="*/ 763271 h 874716"/>
              <a:gd name="connsiteX98" fmla="*/ 6584812 w 6858001"/>
              <a:gd name="connsiteY98" fmla="*/ 784797 h 874716"/>
              <a:gd name="connsiteX99" fmla="*/ 6415833 w 6858001"/>
              <a:gd name="connsiteY99" fmla="*/ 805562 h 874716"/>
              <a:gd name="connsiteX100" fmla="*/ 6323058 w 6858001"/>
              <a:gd name="connsiteY100" fmla="*/ 812420 h 874716"/>
              <a:gd name="connsiteX101" fmla="*/ 6242093 w 6858001"/>
              <a:gd name="connsiteY101" fmla="*/ 823281 h 874716"/>
              <a:gd name="connsiteX102" fmla="*/ 6171605 w 6858001"/>
              <a:gd name="connsiteY102" fmla="*/ 830139 h 874716"/>
              <a:gd name="connsiteX103" fmla="*/ 6059397 w 6858001"/>
              <a:gd name="connsiteY103" fmla="*/ 844045 h 874716"/>
              <a:gd name="connsiteX104" fmla="*/ 6012723 w 6858001"/>
              <a:gd name="connsiteY104" fmla="*/ 847665 h 874716"/>
              <a:gd name="connsiteX105" fmla="*/ 5902610 w 6858001"/>
              <a:gd name="connsiteY105" fmla="*/ 847473 h 874716"/>
              <a:gd name="connsiteX106" fmla="*/ 5864318 w 6858001"/>
              <a:gd name="connsiteY106" fmla="*/ 845569 h 874716"/>
              <a:gd name="connsiteX107" fmla="*/ 5790592 w 6858001"/>
              <a:gd name="connsiteY107" fmla="*/ 821947 h 874716"/>
              <a:gd name="connsiteX108" fmla="*/ 5781830 w 6858001"/>
              <a:gd name="connsiteY108" fmla="*/ 820233 h 874716"/>
              <a:gd name="connsiteX109" fmla="*/ 5733440 w 6858001"/>
              <a:gd name="connsiteY109" fmla="*/ 810896 h 874716"/>
              <a:gd name="connsiteX110" fmla="*/ 5706959 w 6858001"/>
              <a:gd name="connsiteY110" fmla="*/ 807848 h 874716"/>
              <a:gd name="connsiteX111" fmla="*/ 5606372 w 6858001"/>
              <a:gd name="connsiteY111" fmla="*/ 788417 h 874716"/>
              <a:gd name="connsiteX112" fmla="*/ 5548460 w 6858001"/>
              <a:gd name="connsiteY112" fmla="*/ 779273 h 874716"/>
              <a:gd name="connsiteX113" fmla="*/ 5501594 w 6858001"/>
              <a:gd name="connsiteY113" fmla="*/ 780607 h 874716"/>
              <a:gd name="connsiteX114" fmla="*/ 5419295 w 6858001"/>
              <a:gd name="connsiteY114" fmla="*/ 782321 h 874716"/>
              <a:gd name="connsiteX115" fmla="*/ 5393005 w 6858001"/>
              <a:gd name="connsiteY115" fmla="*/ 786703 h 874716"/>
              <a:gd name="connsiteX116" fmla="*/ 5274129 w 6858001"/>
              <a:gd name="connsiteY116" fmla="*/ 774129 h 874716"/>
              <a:gd name="connsiteX117" fmla="*/ 5206308 w 6858001"/>
              <a:gd name="connsiteY117" fmla="*/ 773177 h 874716"/>
              <a:gd name="connsiteX118" fmla="*/ 5129916 w 6858001"/>
              <a:gd name="connsiteY118" fmla="*/ 757554 h 874716"/>
              <a:gd name="connsiteX119" fmla="*/ 5107627 w 6858001"/>
              <a:gd name="connsiteY119" fmla="*/ 758316 h 874716"/>
              <a:gd name="connsiteX120" fmla="*/ 5082670 w 6858001"/>
              <a:gd name="connsiteY120" fmla="*/ 759651 h 874716"/>
              <a:gd name="connsiteX121" fmla="*/ 5006086 w 6858001"/>
              <a:gd name="connsiteY121" fmla="*/ 760795 h 874716"/>
              <a:gd name="connsiteX122" fmla="*/ 4959602 w 6858001"/>
              <a:gd name="connsiteY122" fmla="*/ 766509 h 874716"/>
              <a:gd name="connsiteX123" fmla="*/ 4871019 w 6858001"/>
              <a:gd name="connsiteY123" fmla="*/ 763081 h 874716"/>
              <a:gd name="connsiteX124" fmla="*/ 4838250 w 6858001"/>
              <a:gd name="connsiteY124" fmla="*/ 768033 h 874716"/>
              <a:gd name="connsiteX125" fmla="*/ 4755381 w 6858001"/>
              <a:gd name="connsiteY125" fmla="*/ 768605 h 874716"/>
              <a:gd name="connsiteX126" fmla="*/ 4681083 w 6858001"/>
              <a:gd name="connsiteY126" fmla="*/ 765747 h 874716"/>
              <a:gd name="connsiteX127" fmla="*/ 4609452 w 6858001"/>
              <a:gd name="connsiteY127" fmla="*/ 767271 h 874716"/>
              <a:gd name="connsiteX128" fmla="*/ 4558207 w 6858001"/>
              <a:gd name="connsiteY128" fmla="*/ 773557 h 874716"/>
              <a:gd name="connsiteX129" fmla="*/ 4502579 w 6858001"/>
              <a:gd name="connsiteY129" fmla="*/ 777367 h 874716"/>
              <a:gd name="connsiteX130" fmla="*/ 4349222 w 6858001"/>
              <a:gd name="connsiteY130" fmla="*/ 800038 h 874716"/>
              <a:gd name="connsiteX131" fmla="*/ 4320837 w 6858001"/>
              <a:gd name="connsiteY131" fmla="*/ 794514 h 874716"/>
              <a:gd name="connsiteX132" fmla="*/ 4159667 w 6858001"/>
              <a:gd name="connsiteY132" fmla="*/ 789370 h 874716"/>
              <a:gd name="connsiteX133" fmla="*/ 4124614 w 6858001"/>
              <a:gd name="connsiteY133" fmla="*/ 789752 h 874716"/>
              <a:gd name="connsiteX134" fmla="*/ 4030503 w 6858001"/>
              <a:gd name="connsiteY134" fmla="*/ 767271 h 874716"/>
              <a:gd name="connsiteX135" fmla="*/ 3885338 w 6858001"/>
              <a:gd name="connsiteY135" fmla="*/ 802896 h 874716"/>
              <a:gd name="connsiteX136" fmla="*/ 3749506 w 6858001"/>
              <a:gd name="connsiteY136" fmla="*/ 847473 h 874716"/>
              <a:gd name="connsiteX137" fmla="*/ 3732361 w 6858001"/>
              <a:gd name="connsiteY137" fmla="*/ 853190 h 874716"/>
              <a:gd name="connsiteX138" fmla="*/ 3683591 w 6858001"/>
              <a:gd name="connsiteY138" fmla="*/ 862906 h 874716"/>
              <a:gd name="connsiteX139" fmla="*/ 3623201 w 6858001"/>
              <a:gd name="connsiteY139" fmla="*/ 866334 h 874716"/>
              <a:gd name="connsiteX140" fmla="*/ 3546617 w 6858001"/>
              <a:gd name="connsiteY140" fmla="*/ 874716 h 874716"/>
              <a:gd name="connsiteX141" fmla="*/ 3485275 w 6858001"/>
              <a:gd name="connsiteY141" fmla="*/ 864238 h 874716"/>
              <a:gd name="connsiteX142" fmla="*/ 3399546 w 6858001"/>
              <a:gd name="connsiteY142" fmla="*/ 848618 h 874716"/>
              <a:gd name="connsiteX143" fmla="*/ 3318771 w 6858001"/>
              <a:gd name="connsiteY143" fmla="*/ 833757 h 874716"/>
              <a:gd name="connsiteX144" fmla="*/ 3293244 w 6858001"/>
              <a:gd name="connsiteY144" fmla="*/ 851284 h 874716"/>
              <a:gd name="connsiteX145" fmla="*/ 3253809 w 6858001"/>
              <a:gd name="connsiteY145" fmla="*/ 866524 h 874716"/>
              <a:gd name="connsiteX146" fmla="*/ 3209993 w 6858001"/>
              <a:gd name="connsiteY146" fmla="*/ 848235 h 874716"/>
              <a:gd name="connsiteX147" fmla="*/ 3107500 w 6858001"/>
              <a:gd name="connsiteY147" fmla="*/ 810326 h 874716"/>
              <a:gd name="connsiteX148" fmla="*/ 3042728 w 6858001"/>
              <a:gd name="connsiteY148" fmla="*/ 808610 h 874716"/>
              <a:gd name="connsiteX149" fmla="*/ 2901943 w 6858001"/>
              <a:gd name="connsiteY149" fmla="*/ 792418 h 874716"/>
              <a:gd name="connsiteX150" fmla="*/ 2809930 w 6858001"/>
              <a:gd name="connsiteY150" fmla="*/ 769367 h 874716"/>
              <a:gd name="connsiteX151" fmla="*/ 2743826 w 6858001"/>
              <a:gd name="connsiteY151" fmla="*/ 743268 h 874716"/>
              <a:gd name="connsiteX152" fmla="*/ 2649143 w 6858001"/>
              <a:gd name="connsiteY152" fmla="*/ 709167 h 874716"/>
              <a:gd name="connsiteX153" fmla="*/ 2554079 w 6858001"/>
              <a:gd name="connsiteY153" fmla="*/ 691450 h 874716"/>
              <a:gd name="connsiteX154" fmla="*/ 2485307 w 6858001"/>
              <a:gd name="connsiteY154" fmla="*/ 669160 h 874716"/>
              <a:gd name="connsiteX155" fmla="*/ 2401292 w 6858001"/>
              <a:gd name="connsiteY155" fmla="*/ 653919 h 874716"/>
              <a:gd name="connsiteX156" fmla="*/ 2330806 w 6858001"/>
              <a:gd name="connsiteY156" fmla="*/ 653349 h 874716"/>
              <a:gd name="connsiteX157" fmla="*/ 2220312 w 6858001"/>
              <a:gd name="connsiteY157" fmla="*/ 656015 h 874716"/>
              <a:gd name="connsiteX158" fmla="*/ 2085054 w 6858001"/>
              <a:gd name="connsiteY158" fmla="*/ 609914 h 874716"/>
              <a:gd name="connsiteX159" fmla="*/ 2030378 w 6858001"/>
              <a:gd name="connsiteY159" fmla="*/ 599625 h 874716"/>
              <a:gd name="connsiteX160" fmla="*/ 1978940 w 6858001"/>
              <a:gd name="connsiteY160" fmla="*/ 594863 h 874716"/>
              <a:gd name="connsiteX161" fmla="*/ 1869780 w 6858001"/>
              <a:gd name="connsiteY161" fmla="*/ 564192 h 874716"/>
              <a:gd name="connsiteX162" fmla="*/ 1825393 w 6858001"/>
              <a:gd name="connsiteY162" fmla="*/ 554094 h 874716"/>
              <a:gd name="connsiteX163" fmla="*/ 1763287 w 6858001"/>
              <a:gd name="connsiteY163" fmla="*/ 554286 h 874716"/>
              <a:gd name="connsiteX164" fmla="*/ 1650317 w 6858001"/>
              <a:gd name="connsiteY164" fmla="*/ 540187 h 874716"/>
              <a:gd name="connsiteX165" fmla="*/ 1537537 w 6858001"/>
              <a:gd name="connsiteY165" fmla="*/ 499038 h 874716"/>
              <a:gd name="connsiteX166" fmla="*/ 1489720 w 6858001"/>
              <a:gd name="connsiteY166" fmla="*/ 503038 h 874716"/>
              <a:gd name="connsiteX167" fmla="*/ 1472575 w 6858001"/>
              <a:gd name="connsiteY167" fmla="*/ 502086 h 874716"/>
              <a:gd name="connsiteX168" fmla="*/ 1318456 w 6858001"/>
              <a:gd name="connsiteY168" fmla="*/ 479415 h 874716"/>
              <a:gd name="connsiteX169" fmla="*/ 1303024 w 6858001"/>
              <a:gd name="connsiteY169" fmla="*/ 476939 h 874716"/>
              <a:gd name="connsiteX170" fmla="*/ 1230633 w 6858001"/>
              <a:gd name="connsiteY170" fmla="*/ 456746 h 874716"/>
              <a:gd name="connsiteX171" fmla="*/ 1048125 w 6858001"/>
              <a:gd name="connsiteY171" fmla="*/ 444172 h 874716"/>
              <a:gd name="connsiteX172" fmla="*/ 1036887 w 6858001"/>
              <a:gd name="connsiteY172" fmla="*/ 442648 h 874716"/>
              <a:gd name="connsiteX173" fmla="*/ 975733 w 6858001"/>
              <a:gd name="connsiteY173" fmla="*/ 452744 h 874716"/>
              <a:gd name="connsiteX174" fmla="*/ 945444 w 6858001"/>
              <a:gd name="connsiteY174" fmla="*/ 467033 h 874716"/>
              <a:gd name="connsiteX175" fmla="*/ 898198 w 6858001"/>
              <a:gd name="connsiteY175" fmla="*/ 481893 h 874716"/>
              <a:gd name="connsiteX176" fmla="*/ 850189 w 6858001"/>
              <a:gd name="connsiteY176" fmla="*/ 487417 h 874716"/>
              <a:gd name="connsiteX177" fmla="*/ 769605 w 6858001"/>
              <a:gd name="connsiteY177" fmla="*/ 464937 h 874716"/>
              <a:gd name="connsiteX178" fmla="*/ 740268 w 6858001"/>
              <a:gd name="connsiteY178" fmla="*/ 462651 h 874716"/>
              <a:gd name="connsiteX179" fmla="*/ 674923 w 6858001"/>
              <a:gd name="connsiteY179" fmla="*/ 451792 h 874716"/>
              <a:gd name="connsiteX180" fmla="*/ 617772 w 6858001"/>
              <a:gd name="connsiteY180" fmla="*/ 452554 h 874716"/>
              <a:gd name="connsiteX181" fmla="*/ 571860 w 6858001"/>
              <a:gd name="connsiteY181" fmla="*/ 469891 h 874716"/>
              <a:gd name="connsiteX182" fmla="*/ 505182 w 6858001"/>
              <a:gd name="connsiteY182" fmla="*/ 473319 h 874716"/>
              <a:gd name="connsiteX183" fmla="*/ 462126 w 6858001"/>
              <a:gd name="connsiteY183" fmla="*/ 460747 h 874716"/>
              <a:gd name="connsiteX184" fmla="*/ 453364 w 6858001"/>
              <a:gd name="connsiteY184" fmla="*/ 459033 h 874716"/>
              <a:gd name="connsiteX185" fmla="*/ 340774 w 6858001"/>
              <a:gd name="connsiteY185" fmla="*/ 458268 h 874716"/>
              <a:gd name="connsiteX186" fmla="*/ 200182 w 6858001"/>
              <a:gd name="connsiteY186" fmla="*/ 496180 h 874716"/>
              <a:gd name="connsiteX187" fmla="*/ 176939 w 6858001"/>
              <a:gd name="connsiteY187" fmla="*/ 504182 h 874716"/>
              <a:gd name="connsiteX188" fmla="*/ 63587 w 6858001"/>
              <a:gd name="connsiteY188" fmla="*/ 518088 h 874716"/>
              <a:gd name="connsiteX189" fmla="*/ 2817 w 6858001"/>
              <a:gd name="connsiteY189" fmla="*/ 532187 h 874716"/>
              <a:gd name="connsiteX190" fmla="*/ 0 w 6858001"/>
              <a:gd name="connsiteY190" fmla="*/ 533314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6858001" h="874716">
                <a:moveTo>
                  <a:pt x="0" y="533314"/>
                </a:moveTo>
                <a:lnTo>
                  <a:pt x="0" y="69206"/>
                </a:lnTo>
                <a:lnTo>
                  <a:pt x="21486" y="71924"/>
                </a:lnTo>
                <a:cubicBezTo>
                  <a:pt x="92546" y="60493"/>
                  <a:pt x="159604" y="87354"/>
                  <a:pt x="228948" y="88116"/>
                </a:cubicBezTo>
                <a:cubicBezTo>
                  <a:pt x="260382" y="88496"/>
                  <a:pt x="291435" y="94592"/>
                  <a:pt x="313533" y="62779"/>
                </a:cubicBezTo>
                <a:cubicBezTo>
                  <a:pt x="316389" y="58587"/>
                  <a:pt x="330298" y="60873"/>
                  <a:pt x="338870" y="62207"/>
                </a:cubicBezTo>
                <a:cubicBezTo>
                  <a:pt x="357921" y="65066"/>
                  <a:pt x="376781" y="72304"/>
                  <a:pt x="395640" y="72114"/>
                </a:cubicBezTo>
                <a:cubicBezTo>
                  <a:pt x="434695" y="71924"/>
                  <a:pt x="473939" y="68876"/>
                  <a:pt x="512802" y="65446"/>
                </a:cubicBezTo>
                <a:cubicBezTo>
                  <a:pt x="527470" y="64112"/>
                  <a:pt x="541569" y="58969"/>
                  <a:pt x="556047" y="55349"/>
                </a:cubicBezTo>
                <a:cubicBezTo>
                  <a:pt x="564048" y="53253"/>
                  <a:pt x="572622" y="47729"/>
                  <a:pt x="580050" y="48871"/>
                </a:cubicBezTo>
                <a:cubicBezTo>
                  <a:pt x="623106" y="55539"/>
                  <a:pt x="662541" y="39157"/>
                  <a:pt x="703308" y="30964"/>
                </a:cubicBezTo>
                <a:cubicBezTo>
                  <a:pt x="722169" y="27154"/>
                  <a:pt x="739886" y="18010"/>
                  <a:pt x="758174" y="11724"/>
                </a:cubicBezTo>
                <a:cubicBezTo>
                  <a:pt x="762936" y="10008"/>
                  <a:pt x="768271" y="8484"/>
                  <a:pt x="773035" y="8866"/>
                </a:cubicBezTo>
                <a:cubicBezTo>
                  <a:pt x="800276" y="11152"/>
                  <a:pt x="827329" y="14390"/>
                  <a:pt x="854379" y="16866"/>
                </a:cubicBezTo>
                <a:cubicBezTo>
                  <a:pt x="878956" y="19152"/>
                  <a:pt x="903722" y="19914"/>
                  <a:pt x="915343" y="47919"/>
                </a:cubicBezTo>
                <a:cubicBezTo>
                  <a:pt x="917059" y="52301"/>
                  <a:pt x="922773" y="55539"/>
                  <a:pt x="927155" y="58397"/>
                </a:cubicBezTo>
                <a:cubicBezTo>
                  <a:pt x="994785" y="102405"/>
                  <a:pt x="1030980" y="101261"/>
                  <a:pt x="1097087" y="54777"/>
                </a:cubicBezTo>
                <a:cubicBezTo>
                  <a:pt x="1103945" y="50015"/>
                  <a:pt x="1118613" y="46585"/>
                  <a:pt x="1123185" y="50395"/>
                </a:cubicBezTo>
                <a:cubicBezTo>
                  <a:pt x="1162049" y="82020"/>
                  <a:pt x="1204532" y="78590"/>
                  <a:pt x="1249302" y="68684"/>
                </a:cubicBezTo>
                <a:cubicBezTo>
                  <a:pt x="1260922" y="66018"/>
                  <a:pt x="1277307" y="66018"/>
                  <a:pt x="1286069" y="72304"/>
                </a:cubicBezTo>
                <a:cubicBezTo>
                  <a:pt x="1327790" y="101451"/>
                  <a:pt x="1372560" y="97261"/>
                  <a:pt x="1417899" y="88688"/>
                </a:cubicBezTo>
                <a:cubicBezTo>
                  <a:pt x="1424948" y="87354"/>
                  <a:pt x="1433522" y="80114"/>
                  <a:pt x="1436568" y="73448"/>
                </a:cubicBezTo>
                <a:cubicBezTo>
                  <a:pt x="1447428" y="49825"/>
                  <a:pt x="1467813" y="41823"/>
                  <a:pt x="1490292" y="35154"/>
                </a:cubicBezTo>
                <a:cubicBezTo>
                  <a:pt x="1525727" y="24296"/>
                  <a:pt x="1560588" y="11532"/>
                  <a:pt x="1596213" y="1245"/>
                </a:cubicBezTo>
                <a:cubicBezTo>
                  <a:pt x="1604978" y="-1231"/>
                  <a:pt x="1615836" y="293"/>
                  <a:pt x="1624980" y="3150"/>
                </a:cubicBezTo>
                <a:cubicBezTo>
                  <a:pt x="1656223" y="12866"/>
                  <a:pt x="1676036" y="37251"/>
                  <a:pt x="1697753" y="59731"/>
                </a:cubicBezTo>
                <a:cubicBezTo>
                  <a:pt x="1707279" y="69638"/>
                  <a:pt x="1720423" y="76686"/>
                  <a:pt x="1733188" y="82400"/>
                </a:cubicBezTo>
                <a:cubicBezTo>
                  <a:pt x="1766335" y="97071"/>
                  <a:pt x="1800246" y="110215"/>
                  <a:pt x="1833775" y="124121"/>
                </a:cubicBezTo>
                <a:cubicBezTo>
                  <a:pt x="1837013" y="125455"/>
                  <a:pt x="1839679" y="128884"/>
                  <a:pt x="1842158" y="131742"/>
                </a:cubicBezTo>
                <a:cubicBezTo>
                  <a:pt x="1866922" y="161843"/>
                  <a:pt x="1891497" y="192132"/>
                  <a:pt x="1916454" y="222233"/>
                </a:cubicBezTo>
                <a:cubicBezTo>
                  <a:pt x="1921216" y="227947"/>
                  <a:pt x="1928076" y="232139"/>
                  <a:pt x="1933219" y="237663"/>
                </a:cubicBezTo>
                <a:cubicBezTo>
                  <a:pt x="1940459" y="245283"/>
                  <a:pt x="1949603" y="252524"/>
                  <a:pt x="1953413" y="261668"/>
                </a:cubicBezTo>
                <a:cubicBezTo>
                  <a:pt x="1965224" y="290433"/>
                  <a:pt x="1987894" y="302817"/>
                  <a:pt x="2016469" y="308151"/>
                </a:cubicBezTo>
                <a:cubicBezTo>
                  <a:pt x="2042570" y="313104"/>
                  <a:pt x="2068669" y="317296"/>
                  <a:pt x="2094578" y="323010"/>
                </a:cubicBezTo>
                <a:cubicBezTo>
                  <a:pt x="2126201" y="329868"/>
                  <a:pt x="2157636" y="337298"/>
                  <a:pt x="2188879" y="345681"/>
                </a:cubicBezTo>
                <a:cubicBezTo>
                  <a:pt x="2202404" y="349301"/>
                  <a:pt x="2216692" y="353491"/>
                  <a:pt x="2228314" y="360921"/>
                </a:cubicBezTo>
                <a:cubicBezTo>
                  <a:pt x="2260890" y="381496"/>
                  <a:pt x="2295753" y="395402"/>
                  <a:pt x="2334044" y="389878"/>
                </a:cubicBezTo>
                <a:cubicBezTo>
                  <a:pt x="2364715" y="385496"/>
                  <a:pt x="2390434" y="396736"/>
                  <a:pt x="2409485" y="414263"/>
                </a:cubicBezTo>
                <a:cubicBezTo>
                  <a:pt x="2444158" y="446078"/>
                  <a:pt x="2481305" y="438838"/>
                  <a:pt x="2518264" y="428552"/>
                </a:cubicBezTo>
                <a:cubicBezTo>
                  <a:pt x="2537315" y="423217"/>
                  <a:pt x="2552935" y="423979"/>
                  <a:pt x="2571034" y="429122"/>
                </a:cubicBezTo>
                <a:cubicBezTo>
                  <a:pt x="2612945" y="441124"/>
                  <a:pt x="2640950" y="473701"/>
                  <a:pt x="2668001" y="502276"/>
                </a:cubicBezTo>
                <a:cubicBezTo>
                  <a:pt x="2691054" y="526661"/>
                  <a:pt x="2716963" y="540377"/>
                  <a:pt x="2745348" y="550666"/>
                </a:cubicBezTo>
                <a:cubicBezTo>
                  <a:pt x="2781163" y="563810"/>
                  <a:pt x="2809548" y="558858"/>
                  <a:pt x="2826694" y="527233"/>
                </a:cubicBezTo>
                <a:cubicBezTo>
                  <a:pt x="2831457" y="518278"/>
                  <a:pt x="2839839" y="507800"/>
                  <a:pt x="2848793" y="505134"/>
                </a:cubicBezTo>
                <a:cubicBezTo>
                  <a:pt x="2892037" y="491800"/>
                  <a:pt x="2935854" y="472367"/>
                  <a:pt x="2982148" y="484179"/>
                </a:cubicBezTo>
                <a:cubicBezTo>
                  <a:pt x="3046158" y="500372"/>
                  <a:pt x="3108644" y="499420"/>
                  <a:pt x="3172654" y="483417"/>
                </a:cubicBezTo>
                <a:cubicBezTo>
                  <a:pt x="3276480" y="457508"/>
                  <a:pt x="3380305" y="430076"/>
                  <a:pt x="3489467" y="435790"/>
                </a:cubicBezTo>
                <a:cubicBezTo>
                  <a:pt x="3507563" y="436742"/>
                  <a:pt x="3529090" y="425121"/>
                  <a:pt x="3544713" y="413691"/>
                </a:cubicBezTo>
                <a:cubicBezTo>
                  <a:pt x="3574622" y="391974"/>
                  <a:pt x="3573288" y="390258"/>
                  <a:pt x="3606817" y="408167"/>
                </a:cubicBezTo>
                <a:cubicBezTo>
                  <a:pt x="3614819" y="412549"/>
                  <a:pt x="3624725" y="415215"/>
                  <a:pt x="3630632" y="421693"/>
                </a:cubicBezTo>
                <a:cubicBezTo>
                  <a:pt x="3660731" y="454650"/>
                  <a:pt x="3697880" y="446648"/>
                  <a:pt x="3734837" y="441886"/>
                </a:cubicBezTo>
                <a:cubicBezTo>
                  <a:pt x="3741315" y="440934"/>
                  <a:pt x="3749125" y="439600"/>
                  <a:pt x="3754652" y="442268"/>
                </a:cubicBezTo>
                <a:cubicBezTo>
                  <a:pt x="3779607" y="454268"/>
                  <a:pt x="3800753" y="450078"/>
                  <a:pt x="3822472" y="433694"/>
                </a:cubicBezTo>
                <a:cubicBezTo>
                  <a:pt x="3841331" y="419597"/>
                  <a:pt x="3863049" y="411215"/>
                  <a:pt x="3885338" y="428742"/>
                </a:cubicBezTo>
                <a:cubicBezTo>
                  <a:pt x="3934870" y="467605"/>
                  <a:pt x="3987829" y="469509"/>
                  <a:pt x="4043839" y="444934"/>
                </a:cubicBezTo>
                <a:cubicBezTo>
                  <a:pt x="4083845" y="427407"/>
                  <a:pt x="4123280" y="423407"/>
                  <a:pt x="4165383" y="441124"/>
                </a:cubicBezTo>
                <a:cubicBezTo>
                  <a:pt x="4181576" y="447982"/>
                  <a:pt x="4202531" y="443410"/>
                  <a:pt x="4221391" y="444934"/>
                </a:cubicBezTo>
                <a:cubicBezTo>
                  <a:pt x="4232060" y="445696"/>
                  <a:pt x="4243872" y="445886"/>
                  <a:pt x="4253014" y="450650"/>
                </a:cubicBezTo>
                <a:cubicBezTo>
                  <a:pt x="4277401" y="462843"/>
                  <a:pt x="4300070" y="478463"/>
                  <a:pt x="4324645" y="490466"/>
                </a:cubicBezTo>
                <a:cubicBezTo>
                  <a:pt x="4336457" y="496180"/>
                  <a:pt x="4350554" y="499228"/>
                  <a:pt x="4363890" y="499420"/>
                </a:cubicBezTo>
                <a:cubicBezTo>
                  <a:pt x="4403325" y="500372"/>
                  <a:pt x="4442761" y="500372"/>
                  <a:pt x="4482004" y="498658"/>
                </a:cubicBezTo>
                <a:cubicBezTo>
                  <a:pt x="4546776" y="495990"/>
                  <a:pt x="4612500" y="495418"/>
                  <a:pt x="4659174" y="438648"/>
                </a:cubicBezTo>
                <a:cubicBezTo>
                  <a:pt x="4662986" y="434076"/>
                  <a:pt x="4671176" y="431408"/>
                  <a:pt x="4677655" y="430646"/>
                </a:cubicBezTo>
                <a:cubicBezTo>
                  <a:pt x="4707564" y="427027"/>
                  <a:pt x="4738235" y="426645"/>
                  <a:pt x="4767764" y="420739"/>
                </a:cubicBezTo>
                <a:cubicBezTo>
                  <a:pt x="4791386" y="415977"/>
                  <a:pt x="4811009" y="417501"/>
                  <a:pt x="4828916" y="434266"/>
                </a:cubicBezTo>
                <a:cubicBezTo>
                  <a:pt x="4852348" y="456364"/>
                  <a:pt x="4880925" y="469319"/>
                  <a:pt x="4912168" y="462271"/>
                </a:cubicBezTo>
                <a:cubicBezTo>
                  <a:pt x="4943409" y="455412"/>
                  <a:pt x="4963984" y="470271"/>
                  <a:pt x="4987037" y="485703"/>
                </a:cubicBezTo>
                <a:cubicBezTo>
                  <a:pt x="5003801" y="496942"/>
                  <a:pt x="5022852" y="511040"/>
                  <a:pt x="5041521" y="512182"/>
                </a:cubicBezTo>
                <a:cubicBezTo>
                  <a:pt x="5083814" y="514658"/>
                  <a:pt x="5120201" y="553904"/>
                  <a:pt x="5166113" y="531615"/>
                </a:cubicBezTo>
                <a:cubicBezTo>
                  <a:pt x="5169161" y="530091"/>
                  <a:pt x="5174685" y="533901"/>
                  <a:pt x="5179067" y="534853"/>
                </a:cubicBezTo>
                <a:cubicBezTo>
                  <a:pt x="5214121" y="542093"/>
                  <a:pt x="5247078" y="535043"/>
                  <a:pt x="5272796" y="511230"/>
                </a:cubicBezTo>
                <a:cubicBezTo>
                  <a:pt x="5306516" y="480177"/>
                  <a:pt x="5343855" y="477129"/>
                  <a:pt x="5385384" y="487227"/>
                </a:cubicBezTo>
                <a:cubicBezTo>
                  <a:pt x="5398721" y="490466"/>
                  <a:pt x="5412057" y="492752"/>
                  <a:pt x="5425582" y="495418"/>
                </a:cubicBezTo>
                <a:cubicBezTo>
                  <a:pt x="5443870" y="499228"/>
                  <a:pt x="5462351" y="503230"/>
                  <a:pt x="5480637" y="507040"/>
                </a:cubicBezTo>
                <a:cubicBezTo>
                  <a:pt x="5498356" y="510850"/>
                  <a:pt x="5517979" y="517326"/>
                  <a:pt x="5531693" y="500944"/>
                </a:cubicBezTo>
                <a:cubicBezTo>
                  <a:pt x="5543506" y="486845"/>
                  <a:pt x="5551888" y="488179"/>
                  <a:pt x="5562746" y="500372"/>
                </a:cubicBezTo>
                <a:cubicBezTo>
                  <a:pt x="5600467" y="543045"/>
                  <a:pt x="5646189" y="569716"/>
                  <a:pt x="5704483" y="571620"/>
                </a:cubicBezTo>
                <a:cubicBezTo>
                  <a:pt x="5716485" y="572002"/>
                  <a:pt x="5728678" y="574668"/>
                  <a:pt x="5740488" y="577526"/>
                </a:cubicBezTo>
                <a:cubicBezTo>
                  <a:pt x="5747728" y="579241"/>
                  <a:pt x="5756493" y="581147"/>
                  <a:pt x="5760873" y="586291"/>
                </a:cubicBezTo>
                <a:cubicBezTo>
                  <a:pt x="5794974" y="625534"/>
                  <a:pt x="5837457" y="652777"/>
                  <a:pt x="5883751" y="674686"/>
                </a:cubicBezTo>
                <a:cubicBezTo>
                  <a:pt x="5900323" y="682496"/>
                  <a:pt x="5918042" y="690306"/>
                  <a:pt x="5935949" y="692592"/>
                </a:cubicBezTo>
                <a:cubicBezTo>
                  <a:pt x="5954617" y="694878"/>
                  <a:pt x="5974240" y="691068"/>
                  <a:pt x="5993291" y="688972"/>
                </a:cubicBezTo>
                <a:cubicBezTo>
                  <a:pt x="6004531" y="687830"/>
                  <a:pt x="6017485" y="688020"/>
                  <a:pt x="6026440" y="682496"/>
                </a:cubicBezTo>
                <a:cubicBezTo>
                  <a:pt x="6054825" y="665159"/>
                  <a:pt x="6082258" y="646491"/>
                  <a:pt x="6108738" y="626296"/>
                </a:cubicBezTo>
                <a:cubicBezTo>
                  <a:pt x="6131409" y="608960"/>
                  <a:pt x="6135981" y="606483"/>
                  <a:pt x="6155602" y="628202"/>
                </a:cubicBezTo>
                <a:cubicBezTo>
                  <a:pt x="6175797" y="650491"/>
                  <a:pt x="6200944" y="662111"/>
                  <a:pt x="6228756" y="666873"/>
                </a:cubicBezTo>
                <a:cubicBezTo>
                  <a:pt x="6272764" y="674304"/>
                  <a:pt x="6317151" y="680590"/>
                  <a:pt x="6361539" y="684210"/>
                </a:cubicBezTo>
                <a:cubicBezTo>
                  <a:pt x="6401736" y="687448"/>
                  <a:pt x="6420977" y="669922"/>
                  <a:pt x="6428979" y="630106"/>
                </a:cubicBezTo>
                <a:cubicBezTo>
                  <a:pt x="6433551" y="608007"/>
                  <a:pt x="6439458" y="584003"/>
                  <a:pt x="6463840" y="578098"/>
                </a:cubicBezTo>
                <a:cubicBezTo>
                  <a:pt x="6503658" y="568572"/>
                  <a:pt x="6544997" y="564382"/>
                  <a:pt x="6564620" y="517708"/>
                </a:cubicBezTo>
                <a:cubicBezTo>
                  <a:pt x="6575478" y="527995"/>
                  <a:pt x="6582146" y="534091"/>
                  <a:pt x="6588625" y="540187"/>
                </a:cubicBezTo>
                <a:cubicBezTo>
                  <a:pt x="6606531" y="557142"/>
                  <a:pt x="6643678" y="564382"/>
                  <a:pt x="6662541" y="549714"/>
                </a:cubicBezTo>
                <a:cubicBezTo>
                  <a:pt x="6690354" y="528377"/>
                  <a:pt x="6715883" y="532377"/>
                  <a:pt x="6742552" y="548952"/>
                </a:cubicBezTo>
                <a:cubicBezTo>
                  <a:pt x="6764841" y="562668"/>
                  <a:pt x="6788417" y="567954"/>
                  <a:pt x="6812063" y="568430"/>
                </a:cubicBezTo>
                <a:lnTo>
                  <a:pt x="6858001" y="562267"/>
                </a:lnTo>
                <a:lnTo>
                  <a:pt x="6858001" y="734520"/>
                </a:lnTo>
                <a:lnTo>
                  <a:pt x="6815516" y="744220"/>
                </a:lnTo>
                <a:cubicBezTo>
                  <a:pt x="6793035" y="749744"/>
                  <a:pt x="6771319" y="759651"/>
                  <a:pt x="6748458" y="763271"/>
                </a:cubicBezTo>
                <a:cubicBezTo>
                  <a:pt x="6694164" y="771843"/>
                  <a:pt x="6639488" y="777939"/>
                  <a:pt x="6584812" y="784797"/>
                </a:cubicBezTo>
                <a:cubicBezTo>
                  <a:pt x="6528424" y="791846"/>
                  <a:pt x="6472225" y="799276"/>
                  <a:pt x="6415833" y="805562"/>
                </a:cubicBezTo>
                <a:cubicBezTo>
                  <a:pt x="6384972" y="808802"/>
                  <a:pt x="6353919" y="809372"/>
                  <a:pt x="6323058" y="812420"/>
                </a:cubicBezTo>
                <a:cubicBezTo>
                  <a:pt x="6296005" y="815088"/>
                  <a:pt x="6269144" y="820041"/>
                  <a:pt x="6242093" y="823281"/>
                </a:cubicBezTo>
                <a:cubicBezTo>
                  <a:pt x="6218660" y="825947"/>
                  <a:pt x="6195037" y="827471"/>
                  <a:pt x="6171605" y="830139"/>
                </a:cubicBezTo>
                <a:cubicBezTo>
                  <a:pt x="6134075" y="834519"/>
                  <a:pt x="6096736" y="839473"/>
                  <a:pt x="6059397" y="844045"/>
                </a:cubicBezTo>
                <a:cubicBezTo>
                  <a:pt x="6043776" y="845759"/>
                  <a:pt x="6027392" y="850522"/>
                  <a:pt x="6012723" y="847665"/>
                </a:cubicBezTo>
                <a:cubicBezTo>
                  <a:pt x="5975764" y="840425"/>
                  <a:pt x="5939377" y="842521"/>
                  <a:pt x="5902610" y="847473"/>
                </a:cubicBezTo>
                <a:cubicBezTo>
                  <a:pt x="5890037" y="849190"/>
                  <a:pt x="5876511" y="848808"/>
                  <a:pt x="5864318" y="845569"/>
                </a:cubicBezTo>
                <a:cubicBezTo>
                  <a:pt x="5839361" y="839091"/>
                  <a:pt x="5815169" y="829947"/>
                  <a:pt x="5790592" y="821947"/>
                </a:cubicBezTo>
                <a:cubicBezTo>
                  <a:pt x="5787924" y="820995"/>
                  <a:pt x="5784686" y="820803"/>
                  <a:pt x="5781830" y="820233"/>
                </a:cubicBezTo>
                <a:cubicBezTo>
                  <a:pt x="5765635" y="816992"/>
                  <a:pt x="5749634" y="813754"/>
                  <a:pt x="5733440" y="810896"/>
                </a:cubicBezTo>
                <a:cubicBezTo>
                  <a:pt x="5724678" y="809372"/>
                  <a:pt x="5715723" y="809182"/>
                  <a:pt x="5706959" y="807848"/>
                </a:cubicBezTo>
                <a:cubicBezTo>
                  <a:pt x="5673050" y="802514"/>
                  <a:pt x="5635711" y="811468"/>
                  <a:pt x="5606372" y="788417"/>
                </a:cubicBezTo>
                <a:cubicBezTo>
                  <a:pt x="5587321" y="773557"/>
                  <a:pt x="5568842" y="776987"/>
                  <a:pt x="5548460" y="779273"/>
                </a:cubicBezTo>
                <a:cubicBezTo>
                  <a:pt x="5533027" y="780987"/>
                  <a:pt x="5517215" y="780415"/>
                  <a:pt x="5501594" y="780607"/>
                </a:cubicBezTo>
                <a:cubicBezTo>
                  <a:pt x="5474161" y="781177"/>
                  <a:pt x="5446728" y="781369"/>
                  <a:pt x="5419295" y="782321"/>
                </a:cubicBezTo>
                <a:cubicBezTo>
                  <a:pt x="5410531" y="782701"/>
                  <a:pt x="5401579" y="787465"/>
                  <a:pt x="5393005" y="786703"/>
                </a:cubicBezTo>
                <a:cubicBezTo>
                  <a:pt x="5353379" y="783083"/>
                  <a:pt x="5313754" y="777367"/>
                  <a:pt x="5274129" y="774129"/>
                </a:cubicBezTo>
                <a:cubicBezTo>
                  <a:pt x="5251650" y="772225"/>
                  <a:pt x="5228597" y="775843"/>
                  <a:pt x="5206308" y="773177"/>
                </a:cubicBezTo>
                <a:cubicBezTo>
                  <a:pt x="5180591" y="770129"/>
                  <a:pt x="5155445" y="762319"/>
                  <a:pt x="5129916" y="757554"/>
                </a:cubicBezTo>
                <a:cubicBezTo>
                  <a:pt x="5122867" y="756222"/>
                  <a:pt x="5115057" y="757936"/>
                  <a:pt x="5107627" y="758316"/>
                </a:cubicBezTo>
                <a:cubicBezTo>
                  <a:pt x="5099245" y="758699"/>
                  <a:pt x="5091052" y="759461"/>
                  <a:pt x="5082670" y="759651"/>
                </a:cubicBezTo>
                <a:cubicBezTo>
                  <a:pt x="5057141" y="760033"/>
                  <a:pt x="5031614" y="759461"/>
                  <a:pt x="5006086" y="760795"/>
                </a:cubicBezTo>
                <a:cubicBezTo>
                  <a:pt x="4990465" y="761557"/>
                  <a:pt x="4974082" y="769367"/>
                  <a:pt x="4959602" y="766509"/>
                </a:cubicBezTo>
                <a:cubicBezTo>
                  <a:pt x="4930075" y="760985"/>
                  <a:pt x="4900546" y="773367"/>
                  <a:pt x="4871019" y="763081"/>
                </a:cubicBezTo>
                <a:cubicBezTo>
                  <a:pt x="4861873" y="760033"/>
                  <a:pt x="4849300" y="767653"/>
                  <a:pt x="4838250" y="768033"/>
                </a:cubicBezTo>
                <a:cubicBezTo>
                  <a:pt x="4810627" y="768985"/>
                  <a:pt x="4783004" y="768795"/>
                  <a:pt x="4755381" y="768605"/>
                </a:cubicBezTo>
                <a:cubicBezTo>
                  <a:pt x="4730614" y="768415"/>
                  <a:pt x="4704895" y="771081"/>
                  <a:pt x="4681083" y="765747"/>
                </a:cubicBezTo>
                <a:cubicBezTo>
                  <a:pt x="4656126" y="760033"/>
                  <a:pt x="4633647" y="760795"/>
                  <a:pt x="4609452" y="767271"/>
                </a:cubicBezTo>
                <a:cubicBezTo>
                  <a:pt x="4592878" y="771653"/>
                  <a:pt x="4575351" y="772225"/>
                  <a:pt x="4558207" y="773557"/>
                </a:cubicBezTo>
                <a:cubicBezTo>
                  <a:pt x="4539728" y="775081"/>
                  <a:pt x="4519343" y="771081"/>
                  <a:pt x="4502579" y="777367"/>
                </a:cubicBezTo>
                <a:cubicBezTo>
                  <a:pt x="4452665" y="796038"/>
                  <a:pt x="4401419" y="800038"/>
                  <a:pt x="4349222" y="800038"/>
                </a:cubicBezTo>
                <a:cubicBezTo>
                  <a:pt x="4339695" y="800038"/>
                  <a:pt x="4329979" y="797372"/>
                  <a:pt x="4320837" y="794514"/>
                </a:cubicBezTo>
                <a:cubicBezTo>
                  <a:pt x="4267493" y="777367"/>
                  <a:pt x="4213961" y="778891"/>
                  <a:pt x="4159667" y="789370"/>
                </a:cubicBezTo>
                <a:cubicBezTo>
                  <a:pt x="4148427" y="791656"/>
                  <a:pt x="4135854" y="792038"/>
                  <a:pt x="4124614" y="789752"/>
                </a:cubicBezTo>
                <a:cubicBezTo>
                  <a:pt x="4092989" y="783083"/>
                  <a:pt x="4062318" y="772033"/>
                  <a:pt x="4030503" y="767271"/>
                </a:cubicBezTo>
                <a:cubicBezTo>
                  <a:pt x="3977925" y="759461"/>
                  <a:pt x="3932394" y="785749"/>
                  <a:pt x="3885338" y="802896"/>
                </a:cubicBezTo>
                <a:cubicBezTo>
                  <a:pt x="3840569" y="819089"/>
                  <a:pt x="3802467" y="855666"/>
                  <a:pt x="3749506" y="847473"/>
                </a:cubicBezTo>
                <a:cubicBezTo>
                  <a:pt x="3744173" y="846711"/>
                  <a:pt x="3738267" y="851856"/>
                  <a:pt x="3732361" y="853190"/>
                </a:cubicBezTo>
                <a:cubicBezTo>
                  <a:pt x="3716168" y="856810"/>
                  <a:pt x="3699976" y="861190"/>
                  <a:pt x="3683591" y="862906"/>
                </a:cubicBezTo>
                <a:cubicBezTo>
                  <a:pt x="3663589" y="865192"/>
                  <a:pt x="3643204" y="864430"/>
                  <a:pt x="3623201" y="866334"/>
                </a:cubicBezTo>
                <a:cubicBezTo>
                  <a:pt x="3597482" y="868620"/>
                  <a:pt x="3572146" y="874716"/>
                  <a:pt x="3546617" y="874716"/>
                </a:cubicBezTo>
                <a:cubicBezTo>
                  <a:pt x="3526042" y="874716"/>
                  <a:pt x="3505657" y="867668"/>
                  <a:pt x="3485275" y="864238"/>
                </a:cubicBezTo>
                <a:cubicBezTo>
                  <a:pt x="3456508" y="859476"/>
                  <a:pt x="3424883" y="860810"/>
                  <a:pt x="3399546" y="848618"/>
                </a:cubicBezTo>
                <a:cubicBezTo>
                  <a:pt x="3372495" y="835663"/>
                  <a:pt x="3346776" y="829757"/>
                  <a:pt x="3318771" y="833757"/>
                </a:cubicBezTo>
                <a:cubicBezTo>
                  <a:pt x="3309437" y="835091"/>
                  <a:pt x="3297434" y="843093"/>
                  <a:pt x="3293244" y="851284"/>
                </a:cubicBezTo>
                <a:cubicBezTo>
                  <a:pt x="3283908" y="869572"/>
                  <a:pt x="3271145" y="872812"/>
                  <a:pt x="3253809" y="866524"/>
                </a:cubicBezTo>
                <a:cubicBezTo>
                  <a:pt x="3238758" y="861190"/>
                  <a:pt x="3220280" y="858524"/>
                  <a:pt x="3209993" y="848235"/>
                </a:cubicBezTo>
                <a:cubicBezTo>
                  <a:pt x="3180844" y="819089"/>
                  <a:pt x="3143695" y="818136"/>
                  <a:pt x="3107500" y="810326"/>
                </a:cubicBezTo>
                <a:cubicBezTo>
                  <a:pt x="3085403" y="805562"/>
                  <a:pt x="3064827" y="805372"/>
                  <a:pt x="3042728" y="808610"/>
                </a:cubicBezTo>
                <a:cubicBezTo>
                  <a:pt x="2994722" y="815850"/>
                  <a:pt x="2948047" y="805562"/>
                  <a:pt x="2901943" y="792418"/>
                </a:cubicBezTo>
                <a:cubicBezTo>
                  <a:pt x="2871462" y="783655"/>
                  <a:pt x="2840219" y="778321"/>
                  <a:pt x="2809930" y="769367"/>
                </a:cubicBezTo>
                <a:cubicBezTo>
                  <a:pt x="2787259" y="762509"/>
                  <a:pt x="2764590" y="754316"/>
                  <a:pt x="2743826" y="743268"/>
                </a:cubicBezTo>
                <a:cubicBezTo>
                  <a:pt x="2713723" y="727073"/>
                  <a:pt x="2687436" y="702689"/>
                  <a:pt x="2649143" y="709167"/>
                </a:cubicBezTo>
                <a:cubicBezTo>
                  <a:pt x="2615421" y="714881"/>
                  <a:pt x="2584942" y="702881"/>
                  <a:pt x="2554079" y="691450"/>
                </a:cubicBezTo>
                <a:cubicBezTo>
                  <a:pt x="2531409" y="683068"/>
                  <a:pt x="2508742" y="674494"/>
                  <a:pt x="2485307" y="669160"/>
                </a:cubicBezTo>
                <a:cubicBezTo>
                  <a:pt x="2457492" y="662873"/>
                  <a:pt x="2426059" y="665541"/>
                  <a:pt x="2401292" y="653919"/>
                </a:cubicBezTo>
                <a:cubicBezTo>
                  <a:pt x="2375383" y="641727"/>
                  <a:pt x="2353859" y="649919"/>
                  <a:pt x="2330806" y="653349"/>
                </a:cubicBezTo>
                <a:cubicBezTo>
                  <a:pt x="2294039" y="658683"/>
                  <a:pt x="2257459" y="668590"/>
                  <a:pt x="2220312" y="656015"/>
                </a:cubicBezTo>
                <a:cubicBezTo>
                  <a:pt x="2175163" y="640775"/>
                  <a:pt x="2130393" y="624392"/>
                  <a:pt x="2085054" y="609914"/>
                </a:cubicBezTo>
                <a:cubicBezTo>
                  <a:pt x="2067525" y="604387"/>
                  <a:pt x="2048668" y="602101"/>
                  <a:pt x="2030378" y="599625"/>
                </a:cubicBezTo>
                <a:cubicBezTo>
                  <a:pt x="2013043" y="597529"/>
                  <a:pt x="1992279" y="602863"/>
                  <a:pt x="1978940" y="594863"/>
                </a:cubicBezTo>
                <a:cubicBezTo>
                  <a:pt x="1944649" y="574288"/>
                  <a:pt x="1909408" y="564192"/>
                  <a:pt x="1869780" y="564192"/>
                </a:cubicBezTo>
                <a:cubicBezTo>
                  <a:pt x="1854920" y="564192"/>
                  <a:pt x="1840441" y="555618"/>
                  <a:pt x="1825393" y="554094"/>
                </a:cubicBezTo>
                <a:cubicBezTo>
                  <a:pt x="1804816" y="552190"/>
                  <a:pt x="1781194" y="547045"/>
                  <a:pt x="1763287" y="554286"/>
                </a:cubicBezTo>
                <a:cubicBezTo>
                  <a:pt x="1721185" y="571430"/>
                  <a:pt x="1687086" y="557142"/>
                  <a:pt x="1650317" y="540187"/>
                </a:cubicBezTo>
                <a:cubicBezTo>
                  <a:pt x="1614120" y="523423"/>
                  <a:pt x="1576019" y="510088"/>
                  <a:pt x="1537537" y="499038"/>
                </a:cubicBezTo>
                <a:cubicBezTo>
                  <a:pt x="1523059" y="495038"/>
                  <a:pt x="1505724" y="501706"/>
                  <a:pt x="1489720" y="503038"/>
                </a:cubicBezTo>
                <a:cubicBezTo>
                  <a:pt x="1484004" y="503420"/>
                  <a:pt x="1477717" y="503992"/>
                  <a:pt x="1472575" y="502086"/>
                </a:cubicBezTo>
                <a:cubicBezTo>
                  <a:pt x="1422854" y="483797"/>
                  <a:pt x="1372368" y="469891"/>
                  <a:pt x="1318456" y="479415"/>
                </a:cubicBezTo>
                <a:cubicBezTo>
                  <a:pt x="1313504" y="480369"/>
                  <a:pt x="1307978" y="478273"/>
                  <a:pt x="1303024" y="476939"/>
                </a:cubicBezTo>
                <a:cubicBezTo>
                  <a:pt x="1278829" y="470081"/>
                  <a:pt x="1255206" y="459223"/>
                  <a:pt x="1230633" y="456746"/>
                </a:cubicBezTo>
                <a:cubicBezTo>
                  <a:pt x="1170051" y="450650"/>
                  <a:pt x="1109091" y="448172"/>
                  <a:pt x="1048125" y="444172"/>
                </a:cubicBezTo>
                <a:cubicBezTo>
                  <a:pt x="1044315" y="443982"/>
                  <a:pt x="1040315" y="443982"/>
                  <a:pt x="1036887" y="442648"/>
                </a:cubicBezTo>
                <a:cubicBezTo>
                  <a:pt x="1014406" y="434456"/>
                  <a:pt x="994785" y="437124"/>
                  <a:pt x="975733" y="452744"/>
                </a:cubicBezTo>
                <a:cubicBezTo>
                  <a:pt x="967350" y="459603"/>
                  <a:pt x="955920" y="463223"/>
                  <a:pt x="945444" y="467033"/>
                </a:cubicBezTo>
                <a:cubicBezTo>
                  <a:pt x="930011" y="472749"/>
                  <a:pt x="914200" y="478273"/>
                  <a:pt x="898198" y="481893"/>
                </a:cubicBezTo>
                <a:cubicBezTo>
                  <a:pt x="882384" y="485321"/>
                  <a:pt x="865430" y="490084"/>
                  <a:pt x="850189" y="487417"/>
                </a:cubicBezTo>
                <a:cubicBezTo>
                  <a:pt x="822756" y="482655"/>
                  <a:pt x="796655" y="471987"/>
                  <a:pt x="769605" y="464937"/>
                </a:cubicBezTo>
                <a:cubicBezTo>
                  <a:pt x="760270" y="462461"/>
                  <a:pt x="749982" y="462843"/>
                  <a:pt x="740268" y="462651"/>
                </a:cubicBezTo>
                <a:cubicBezTo>
                  <a:pt x="717977" y="462081"/>
                  <a:pt x="695116" y="467605"/>
                  <a:pt x="674923" y="451792"/>
                </a:cubicBezTo>
                <a:cubicBezTo>
                  <a:pt x="656255" y="436934"/>
                  <a:pt x="637392" y="441314"/>
                  <a:pt x="617772" y="452554"/>
                </a:cubicBezTo>
                <a:cubicBezTo>
                  <a:pt x="603673" y="460557"/>
                  <a:pt x="587672" y="466843"/>
                  <a:pt x="571860" y="469891"/>
                </a:cubicBezTo>
                <a:cubicBezTo>
                  <a:pt x="550141" y="474081"/>
                  <a:pt x="528615" y="475797"/>
                  <a:pt x="505182" y="473319"/>
                </a:cubicBezTo>
                <a:cubicBezTo>
                  <a:pt x="488607" y="471605"/>
                  <a:pt x="475081" y="470843"/>
                  <a:pt x="462126" y="460747"/>
                </a:cubicBezTo>
                <a:cubicBezTo>
                  <a:pt x="460032" y="459223"/>
                  <a:pt x="456222" y="458841"/>
                  <a:pt x="453364" y="459033"/>
                </a:cubicBezTo>
                <a:cubicBezTo>
                  <a:pt x="415835" y="462271"/>
                  <a:pt x="378686" y="460557"/>
                  <a:pt x="340774" y="458268"/>
                </a:cubicBezTo>
                <a:cubicBezTo>
                  <a:pt x="292579" y="455222"/>
                  <a:pt x="241901" y="464175"/>
                  <a:pt x="200182" y="496180"/>
                </a:cubicBezTo>
                <a:cubicBezTo>
                  <a:pt x="194085" y="500944"/>
                  <a:pt x="184941" y="503038"/>
                  <a:pt x="176939" y="504182"/>
                </a:cubicBezTo>
                <a:cubicBezTo>
                  <a:pt x="139219" y="509134"/>
                  <a:pt x="101308" y="512564"/>
                  <a:pt x="63587" y="518088"/>
                </a:cubicBezTo>
                <a:cubicBezTo>
                  <a:pt x="43012" y="521137"/>
                  <a:pt x="21486" y="523805"/>
                  <a:pt x="2817" y="532187"/>
                </a:cubicBezTo>
                <a:lnTo>
                  <a:pt x="0" y="533314"/>
                </a:lnTo>
                <a:close/>
              </a:path>
            </a:pathLst>
          </a:custGeom>
          <a:blipFill dpi="0" rotWithShape="1">
            <a:blip r:embed="rId3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C2843-0A8A-B6D7-10A2-D89D3B31A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1" y="3047999"/>
            <a:ext cx="6095999" cy="2061883"/>
          </a:xfrm>
        </p:spPr>
        <p:txBody>
          <a:bodyPr>
            <a:normAutofit/>
          </a:bodyPr>
          <a:lstStyle/>
          <a:p>
            <a:r>
              <a:rPr lang="en-US" sz="1300" dirty="0"/>
              <a:t>The question asked in this analysis is, does increasing my daily calorie intake from 2500 to 3500 calories for 7 days result in greater weight gain compared to maintaining 2500 calories for 7 days?</a:t>
            </a:r>
            <a:endParaRPr lang="en-US" sz="1300" dirty="0">
              <a:effectLst/>
              <a:latin typeface="Arial" panose="020B0604020202020204" pitchFamily="34" charset="0"/>
            </a:endParaRPr>
          </a:p>
          <a:p>
            <a:r>
              <a:rPr lang="en-US" sz="1300" dirty="0"/>
              <a:t>I chose the question as I needed to understand how calorie intake affects weight which is crucial for health and fitness goals and thought that a 1000 calorie surplus would be efficient to note any significant short term weight gain.</a:t>
            </a:r>
          </a:p>
          <a:p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950443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68C72-B5B1-3CD7-935C-4628CFF36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3944470" cy="196775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7" name="Picture 6" descr="A screenshot of a test&#10;&#10;AI-generated content may be incorrect.">
            <a:extLst>
              <a:ext uri="{FF2B5EF4-FFF2-40B4-BE49-F238E27FC236}">
                <a16:creationId xmlns:a16="http://schemas.microsoft.com/office/drawing/2014/main" id="{F56A019A-B6B2-08DE-0989-5FFFECDA5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448" y="2947112"/>
            <a:ext cx="8108576" cy="3587542"/>
          </a:xfrm>
          <a:prstGeom prst="rect">
            <a:avLst/>
          </a:prstGeom>
        </p:spPr>
      </p:pic>
      <p:pic>
        <p:nvPicPr>
          <p:cNvPr id="13" name="Content Placeholder 1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DF7A4640-67FB-2D93-D211-D8A09F2BBD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62000" y="507970"/>
            <a:ext cx="3944471" cy="2221783"/>
          </a:xfrm>
        </p:spPr>
      </p:pic>
    </p:spTree>
    <p:extLst>
      <p:ext uri="{BB962C8B-B14F-4D97-AF65-F5344CB8AC3E}">
        <p14:creationId xmlns:p14="http://schemas.microsoft.com/office/powerpoint/2010/main" val="454108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14EB40-C475-3253-B1A6-020DBA3A0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1021079"/>
            <a:ext cx="10667999" cy="1086018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Conclusion</a:t>
            </a:r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80CBF0E-1AF1-4F17-84A3-89E3F964A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2367198"/>
            <a:ext cx="12192000" cy="822960"/>
          </a:xfrm>
          <a:custGeom>
            <a:avLst/>
            <a:gdLst>
              <a:gd name="connsiteX0" fmla="*/ 12192000 w 12192000"/>
              <a:gd name="connsiteY0" fmla="*/ 0 h 1203824"/>
              <a:gd name="connsiteX1" fmla="*/ 12192000 w 12192000"/>
              <a:gd name="connsiteY1" fmla="*/ 463429 h 1203824"/>
              <a:gd name="connsiteX2" fmla="*/ 12190876 w 12192000"/>
              <a:gd name="connsiteY2" fmla="*/ 463512 h 1203824"/>
              <a:gd name="connsiteX3" fmla="*/ 12077245 w 12192000"/>
              <a:gd name="connsiteY3" fmla="*/ 476327 h 1203824"/>
              <a:gd name="connsiteX4" fmla="*/ 11984517 w 12192000"/>
              <a:gd name="connsiteY4" fmla="*/ 479927 h 1203824"/>
              <a:gd name="connsiteX5" fmla="*/ 11951600 w 12192000"/>
              <a:gd name="connsiteY5" fmla="*/ 478957 h 1203824"/>
              <a:gd name="connsiteX6" fmla="*/ 11690904 w 12192000"/>
              <a:gd name="connsiteY6" fmla="*/ 471970 h 1203824"/>
              <a:gd name="connsiteX7" fmla="*/ 11413965 w 12192000"/>
              <a:gd name="connsiteY7" fmla="*/ 476172 h 1203824"/>
              <a:gd name="connsiteX8" fmla="*/ 11240739 w 12192000"/>
              <a:gd name="connsiteY8" fmla="*/ 523169 h 1203824"/>
              <a:gd name="connsiteX9" fmla="*/ 11175005 w 12192000"/>
              <a:gd name="connsiteY9" fmla="*/ 532169 h 1203824"/>
              <a:gd name="connsiteX10" fmla="*/ 10873726 w 12192000"/>
              <a:gd name="connsiteY10" fmla="*/ 580253 h 1203824"/>
              <a:gd name="connsiteX11" fmla="*/ 10821306 w 12192000"/>
              <a:gd name="connsiteY11" fmla="*/ 593207 h 1203824"/>
              <a:gd name="connsiteX12" fmla="*/ 10530811 w 12192000"/>
              <a:gd name="connsiteY12" fmla="*/ 612184 h 1203824"/>
              <a:gd name="connsiteX13" fmla="*/ 10426049 w 12192000"/>
              <a:gd name="connsiteY13" fmla="*/ 623354 h 1203824"/>
              <a:gd name="connsiteX14" fmla="*/ 10329156 w 12192000"/>
              <a:gd name="connsiteY14" fmla="*/ 630948 h 1203824"/>
              <a:gd name="connsiteX15" fmla="*/ 10194727 w 12192000"/>
              <a:gd name="connsiteY15" fmla="*/ 648617 h 1203824"/>
              <a:gd name="connsiteX16" fmla="*/ 10055906 w 12192000"/>
              <a:gd name="connsiteY16" fmla="*/ 671256 h 1203824"/>
              <a:gd name="connsiteX17" fmla="*/ 9900551 w 12192000"/>
              <a:gd name="connsiteY17" fmla="*/ 692855 h 1203824"/>
              <a:gd name="connsiteX18" fmla="*/ 9838464 w 12192000"/>
              <a:gd name="connsiteY18" fmla="*/ 696804 h 1203824"/>
              <a:gd name="connsiteX19" fmla="*/ 9672957 w 12192000"/>
              <a:gd name="connsiteY19" fmla="*/ 723816 h 1203824"/>
              <a:gd name="connsiteX20" fmla="*/ 9585066 w 12192000"/>
              <a:gd name="connsiteY20" fmla="*/ 730692 h 1203824"/>
              <a:gd name="connsiteX21" fmla="*/ 9441407 w 12192000"/>
              <a:gd name="connsiteY21" fmla="*/ 750055 h 1203824"/>
              <a:gd name="connsiteX22" fmla="*/ 9394459 w 12192000"/>
              <a:gd name="connsiteY22" fmla="*/ 755431 h 1203824"/>
              <a:gd name="connsiteX23" fmla="*/ 9352590 w 12192000"/>
              <a:gd name="connsiteY23" fmla="*/ 760650 h 1203824"/>
              <a:gd name="connsiteX24" fmla="*/ 9211614 w 12192000"/>
              <a:gd name="connsiteY24" fmla="*/ 796248 h 1203824"/>
              <a:gd name="connsiteX25" fmla="*/ 9084667 w 12192000"/>
              <a:gd name="connsiteY25" fmla="*/ 815303 h 1203824"/>
              <a:gd name="connsiteX26" fmla="*/ 8863666 w 12192000"/>
              <a:gd name="connsiteY26" fmla="*/ 859298 h 1203824"/>
              <a:gd name="connsiteX27" fmla="*/ 8813796 w 12192000"/>
              <a:gd name="connsiteY27" fmla="*/ 862070 h 1203824"/>
              <a:gd name="connsiteX28" fmla="*/ 8659351 w 12192000"/>
              <a:gd name="connsiteY28" fmla="*/ 882406 h 1203824"/>
              <a:gd name="connsiteX29" fmla="*/ 8571352 w 12192000"/>
              <a:gd name="connsiteY29" fmla="*/ 893639 h 1203824"/>
              <a:gd name="connsiteX30" fmla="*/ 8464106 w 12192000"/>
              <a:gd name="connsiteY30" fmla="*/ 918004 h 1203824"/>
              <a:gd name="connsiteX31" fmla="*/ 8278324 w 12192000"/>
              <a:gd name="connsiteY31" fmla="*/ 963769 h 1203824"/>
              <a:gd name="connsiteX32" fmla="*/ 8229128 w 12192000"/>
              <a:gd name="connsiteY32" fmla="*/ 973810 h 1203824"/>
              <a:gd name="connsiteX33" fmla="*/ 8139751 w 12192000"/>
              <a:gd name="connsiteY33" fmla="*/ 995815 h 1203824"/>
              <a:gd name="connsiteX34" fmla="*/ 8123571 w 12192000"/>
              <a:gd name="connsiteY34" fmla="*/ 999822 h 1203824"/>
              <a:gd name="connsiteX35" fmla="*/ 7988699 w 12192000"/>
              <a:gd name="connsiteY35" fmla="*/ 1042479 h 1203824"/>
              <a:gd name="connsiteX36" fmla="*/ 7917214 w 12192000"/>
              <a:gd name="connsiteY36" fmla="*/ 1054565 h 1203824"/>
              <a:gd name="connsiteX37" fmla="*/ 7710915 w 12192000"/>
              <a:gd name="connsiteY37" fmla="*/ 1084190 h 1203824"/>
              <a:gd name="connsiteX38" fmla="*/ 7622959 w 12192000"/>
              <a:gd name="connsiteY38" fmla="*/ 1093150 h 1203824"/>
              <a:gd name="connsiteX39" fmla="*/ 7410782 w 12192000"/>
              <a:gd name="connsiteY39" fmla="*/ 1109640 h 1203824"/>
              <a:gd name="connsiteX40" fmla="*/ 7277754 w 12192000"/>
              <a:gd name="connsiteY40" fmla="*/ 1121822 h 1203824"/>
              <a:gd name="connsiteX41" fmla="*/ 7124540 w 12192000"/>
              <a:gd name="connsiteY41" fmla="*/ 1132918 h 1203824"/>
              <a:gd name="connsiteX42" fmla="*/ 6949752 w 12192000"/>
              <a:gd name="connsiteY42" fmla="*/ 1151058 h 1203824"/>
              <a:gd name="connsiteX43" fmla="*/ 6630249 w 12192000"/>
              <a:gd name="connsiteY43" fmla="*/ 1176063 h 1203824"/>
              <a:gd name="connsiteX44" fmla="*/ 6320634 w 12192000"/>
              <a:gd name="connsiteY44" fmla="*/ 1198901 h 1203824"/>
              <a:gd name="connsiteX45" fmla="*/ 6192343 w 12192000"/>
              <a:gd name="connsiteY45" fmla="*/ 1198323 h 1203824"/>
              <a:gd name="connsiteX46" fmla="*/ 5966562 w 12192000"/>
              <a:gd name="connsiteY46" fmla="*/ 1203723 h 1203824"/>
              <a:gd name="connsiteX47" fmla="*/ 5867227 w 12192000"/>
              <a:gd name="connsiteY47" fmla="*/ 1201847 h 1203824"/>
              <a:gd name="connsiteX48" fmla="*/ 5630172 w 12192000"/>
              <a:gd name="connsiteY48" fmla="*/ 1202248 h 1203824"/>
              <a:gd name="connsiteX49" fmla="*/ 5348949 w 12192000"/>
              <a:gd name="connsiteY49" fmla="*/ 1191768 h 1203824"/>
              <a:gd name="connsiteX50" fmla="*/ 5241228 w 12192000"/>
              <a:gd name="connsiteY50" fmla="*/ 1192408 h 1203824"/>
              <a:gd name="connsiteX51" fmla="*/ 4971133 w 12192000"/>
              <a:gd name="connsiteY51" fmla="*/ 1193559 h 1203824"/>
              <a:gd name="connsiteX52" fmla="*/ 4869416 w 12192000"/>
              <a:gd name="connsiteY52" fmla="*/ 1200519 h 1203824"/>
              <a:gd name="connsiteX53" fmla="*/ 4753274 w 12192000"/>
              <a:gd name="connsiteY53" fmla="*/ 1200850 h 1203824"/>
              <a:gd name="connsiteX54" fmla="*/ 4611883 w 12192000"/>
              <a:gd name="connsiteY54" fmla="*/ 1192701 h 1203824"/>
              <a:gd name="connsiteX55" fmla="*/ 4376825 w 12192000"/>
              <a:gd name="connsiteY55" fmla="*/ 1184131 h 1203824"/>
              <a:gd name="connsiteX56" fmla="*/ 4285471 w 12192000"/>
              <a:gd name="connsiteY56" fmla="*/ 1187158 h 1203824"/>
              <a:gd name="connsiteX57" fmla="*/ 3866543 w 12192000"/>
              <a:gd name="connsiteY57" fmla="*/ 1181596 h 1203824"/>
              <a:gd name="connsiteX58" fmla="*/ 3651342 w 12192000"/>
              <a:gd name="connsiteY58" fmla="*/ 1174348 h 1203824"/>
              <a:gd name="connsiteX59" fmla="*/ 3518453 w 12192000"/>
              <a:gd name="connsiteY59" fmla="*/ 1177258 h 1203824"/>
              <a:gd name="connsiteX60" fmla="*/ 3400818 w 12192000"/>
              <a:gd name="connsiteY60" fmla="*/ 1169685 h 1203824"/>
              <a:gd name="connsiteX61" fmla="*/ 3037154 w 12192000"/>
              <a:gd name="connsiteY61" fmla="*/ 1153217 h 1203824"/>
              <a:gd name="connsiteX62" fmla="*/ 2866260 w 12192000"/>
              <a:gd name="connsiteY62" fmla="*/ 1132283 h 1203824"/>
              <a:gd name="connsiteX63" fmla="*/ 2582173 w 12192000"/>
              <a:gd name="connsiteY63" fmla="*/ 1088979 h 1203824"/>
              <a:gd name="connsiteX64" fmla="*/ 2395406 w 12192000"/>
              <a:gd name="connsiteY64" fmla="*/ 1035945 h 1203824"/>
              <a:gd name="connsiteX65" fmla="*/ 2294751 w 12192000"/>
              <a:gd name="connsiteY65" fmla="*/ 1014618 h 1203824"/>
              <a:gd name="connsiteX66" fmla="*/ 2122944 w 12192000"/>
              <a:gd name="connsiteY66" fmla="*/ 984751 h 1203824"/>
              <a:gd name="connsiteX67" fmla="*/ 1905504 w 12192000"/>
              <a:gd name="connsiteY67" fmla="*/ 941380 h 1203824"/>
              <a:gd name="connsiteX68" fmla="*/ 1671045 w 12192000"/>
              <a:gd name="connsiteY68" fmla="*/ 924228 h 1203824"/>
              <a:gd name="connsiteX69" fmla="*/ 1543856 w 12192000"/>
              <a:gd name="connsiteY69" fmla="*/ 898190 h 1203824"/>
              <a:gd name="connsiteX70" fmla="*/ 1419784 w 12192000"/>
              <a:gd name="connsiteY70" fmla="*/ 868500 h 1203824"/>
              <a:gd name="connsiteX71" fmla="*/ 1355116 w 12192000"/>
              <a:gd name="connsiteY71" fmla="*/ 849214 h 1203824"/>
              <a:gd name="connsiteX72" fmla="*/ 1223713 w 12192000"/>
              <a:gd name="connsiteY72" fmla="*/ 821702 h 1203824"/>
              <a:gd name="connsiteX73" fmla="*/ 1094193 w 12192000"/>
              <a:gd name="connsiteY73" fmla="*/ 804872 h 1203824"/>
              <a:gd name="connsiteX74" fmla="*/ 1001115 w 12192000"/>
              <a:gd name="connsiteY74" fmla="*/ 783030 h 1203824"/>
              <a:gd name="connsiteX75" fmla="*/ 879548 w 12192000"/>
              <a:gd name="connsiteY75" fmla="*/ 747884 h 1203824"/>
              <a:gd name="connsiteX76" fmla="*/ 711163 w 12192000"/>
              <a:gd name="connsiteY76" fmla="*/ 719039 h 1203824"/>
              <a:gd name="connsiteX77" fmla="*/ 557941 w 12192000"/>
              <a:gd name="connsiteY77" fmla="*/ 707101 h 1203824"/>
              <a:gd name="connsiteX78" fmla="*/ 480347 w 12192000"/>
              <a:gd name="connsiteY78" fmla="*/ 668702 h 1203824"/>
              <a:gd name="connsiteX79" fmla="*/ 296224 w 12192000"/>
              <a:gd name="connsiteY79" fmla="*/ 603583 h 1203824"/>
              <a:gd name="connsiteX80" fmla="*/ 72689 w 12192000"/>
              <a:gd name="connsiteY80" fmla="*/ 560892 h 1203824"/>
              <a:gd name="connsiteX81" fmla="*/ 0 w 12192000"/>
              <a:gd name="connsiteY81" fmla="*/ 543486 h 1203824"/>
              <a:gd name="connsiteX82" fmla="*/ 0 w 12192000"/>
              <a:gd name="connsiteY82" fmla="*/ 384357 h 1203824"/>
              <a:gd name="connsiteX83" fmla="*/ 51784 w 12192000"/>
              <a:gd name="connsiteY83" fmla="*/ 393937 h 1203824"/>
              <a:gd name="connsiteX84" fmla="*/ 205561 w 12192000"/>
              <a:gd name="connsiteY84" fmla="*/ 414859 h 1203824"/>
              <a:gd name="connsiteX85" fmla="*/ 354391 w 12192000"/>
              <a:gd name="connsiteY85" fmla="*/ 426667 h 1203824"/>
              <a:gd name="connsiteX86" fmla="*/ 448281 w 12192000"/>
              <a:gd name="connsiteY86" fmla="*/ 436308 h 1203824"/>
              <a:gd name="connsiteX87" fmla="*/ 611518 w 12192000"/>
              <a:gd name="connsiteY87" fmla="*/ 434166 h 1203824"/>
              <a:gd name="connsiteX88" fmla="*/ 746076 w 12192000"/>
              <a:gd name="connsiteY88" fmla="*/ 422520 h 1203824"/>
              <a:gd name="connsiteX89" fmla="*/ 902724 w 12192000"/>
              <a:gd name="connsiteY89" fmla="*/ 409989 h 1203824"/>
              <a:gd name="connsiteX90" fmla="*/ 1113854 w 12192000"/>
              <a:gd name="connsiteY90" fmla="*/ 414230 h 1203824"/>
              <a:gd name="connsiteX91" fmla="*/ 1333449 w 12192000"/>
              <a:gd name="connsiteY91" fmla="*/ 459938 h 1203824"/>
              <a:gd name="connsiteX92" fmla="*/ 1408608 w 12192000"/>
              <a:gd name="connsiteY92" fmla="*/ 458278 h 1203824"/>
              <a:gd name="connsiteX93" fmla="*/ 1630191 w 12192000"/>
              <a:gd name="connsiteY93" fmla="*/ 403061 h 1203824"/>
              <a:gd name="connsiteX94" fmla="*/ 1956289 w 12192000"/>
              <a:gd name="connsiteY94" fmla="*/ 332366 h 1203824"/>
              <a:gd name="connsiteX95" fmla="*/ 2042814 w 12192000"/>
              <a:gd name="connsiteY95" fmla="*/ 344002 h 1203824"/>
              <a:gd name="connsiteX96" fmla="*/ 2183420 w 12192000"/>
              <a:gd name="connsiteY96" fmla="*/ 369635 h 1203824"/>
              <a:gd name="connsiteX97" fmla="*/ 2269566 w 12192000"/>
              <a:gd name="connsiteY97" fmla="*/ 439859 h 1203824"/>
              <a:gd name="connsiteX98" fmla="*/ 2331129 w 12192000"/>
              <a:gd name="connsiteY98" fmla="*/ 524163 h 1203824"/>
              <a:gd name="connsiteX99" fmla="*/ 2385112 w 12192000"/>
              <a:gd name="connsiteY99" fmla="*/ 555357 h 1203824"/>
              <a:gd name="connsiteX100" fmla="*/ 2444033 w 12192000"/>
              <a:gd name="connsiteY100" fmla="*/ 572629 h 1203824"/>
              <a:gd name="connsiteX101" fmla="*/ 2525979 w 12192000"/>
              <a:gd name="connsiteY101" fmla="*/ 603233 h 1203824"/>
              <a:gd name="connsiteX102" fmla="*/ 2603911 w 12192000"/>
              <a:gd name="connsiteY102" fmla="*/ 684825 h 1203824"/>
              <a:gd name="connsiteX103" fmla="*/ 2678828 w 12192000"/>
              <a:gd name="connsiteY103" fmla="*/ 706990 h 1203824"/>
              <a:gd name="connsiteX104" fmla="*/ 2738094 w 12192000"/>
              <a:gd name="connsiteY104" fmla="*/ 711376 h 1203824"/>
              <a:gd name="connsiteX105" fmla="*/ 2983806 w 12192000"/>
              <a:gd name="connsiteY105" fmla="*/ 728243 h 1203824"/>
              <a:gd name="connsiteX106" fmla="*/ 3013997 w 12192000"/>
              <a:gd name="connsiteY106" fmla="*/ 725446 h 1203824"/>
              <a:gd name="connsiteX107" fmla="*/ 3364419 w 12192000"/>
              <a:gd name="connsiteY107" fmla="*/ 720577 h 1203824"/>
              <a:gd name="connsiteX108" fmla="*/ 3460521 w 12192000"/>
              <a:gd name="connsiteY108" fmla="*/ 717628 h 1203824"/>
              <a:gd name="connsiteX109" fmla="*/ 3710982 w 12192000"/>
              <a:gd name="connsiteY109" fmla="*/ 714182 h 1203824"/>
              <a:gd name="connsiteX110" fmla="*/ 3850961 w 12192000"/>
              <a:gd name="connsiteY110" fmla="*/ 778802 h 1203824"/>
              <a:gd name="connsiteX111" fmla="*/ 3946286 w 12192000"/>
              <a:gd name="connsiteY111" fmla="*/ 816372 h 1203824"/>
              <a:gd name="connsiteX112" fmla="*/ 4065132 w 12192000"/>
              <a:gd name="connsiteY112" fmla="*/ 832459 h 1203824"/>
              <a:gd name="connsiteX113" fmla="*/ 4132173 w 12192000"/>
              <a:gd name="connsiteY113" fmla="*/ 835167 h 1203824"/>
              <a:gd name="connsiteX114" fmla="*/ 4305858 w 12192000"/>
              <a:gd name="connsiteY114" fmla="*/ 804156 h 1203824"/>
              <a:gd name="connsiteX115" fmla="*/ 4382131 w 12192000"/>
              <a:gd name="connsiteY115" fmla="*/ 769481 h 1203824"/>
              <a:gd name="connsiteX116" fmla="*/ 4453289 w 12192000"/>
              <a:gd name="connsiteY116" fmla="*/ 752531 h 1203824"/>
              <a:gd name="connsiteX117" fmla="*/ 4657971 w 12192000"/>
              <a:gd name="connsiteY117" fmla="*/ 795835 h 1203824"/>
              <a:gd name="connsiteX118" fmla="*/ 4682399 w 12192000"/>
              <a:gd name="connsiteY118" fmla="*/ 813876 h 1203824"/>
              <a:gd name="connsiteX119" fmla="*/ 4771814 w 12192000"/>
              <a:gd name="connsiteY119" fmla="*/ 907046 h 1203824"/>
              <a:gd name="connsiteX120" fmla="*/ 4827520 w 12192000"/>
              <a:gd name="connsiteY120" fmla="*/ 929876 h 1203824"/>
              <a:gd name="connsiteX121" fmla="*/ 4849942 w 12192000"/>
              <a:gd name="connsiteY121" fmla="*/ 933851 h 1203824"/>
              <a:gd name="connsiteX122" fmla="*/ 5009626 w 12192000"/>
              <a:gd name="connsiteY122" fmla="*/ 957896 h 1203824"/>
              <a:gd name="connsiteX123" fmla="*/ 5158711 w 12192000"/>
              <a:gd name="connsiteY123" fmla="*/ 963814 h 1203824"/>
              <a:gd name="connsiteX124" fmla="*/ 5376427 w 12192000"/>
              <a:gd name="connsiteY124" fmla="*/ 963151 h 1203824"/>
              <a:gd name="connsiteX125" fmla="*/ 5475787 w 12192000"/>
              <a:gd name="connsiteY125" fmla="*/ 980508 h 1203824"/>
              <a:gd name="connsiteX126" fmla="*/ 5653401 w 12192000"/>
              <a:gd name="connsiteY126" fmla="*/ 987268 h 1203824"/>
              <a:gd name="connsiteX127" fmla="*/ 5726340 w 12192000"/>
              <a:gd name="connsiteY127" fmla="*/ 985357 h 1203824"/>
              <a:gd name="connsiteX128" fmla="*/ 5790563 w 12192000"/>
              <a:gd name="connsiteY128" fmla="*/ 991300 h 1203824"/>
              <a:gd name="connsiteX129" fmla="*/ 5860260 w 12192000"/>
              <a:gd name="connsiteY129" fmla="*/ 1004958 h 1203824"/>
              <a:gd name="connsiteX130" fmla="*/ 6042101 w 12192000"/>
              <a:gd name="connsiteY130" fmla="*/ 1036226 h 1203824"/>
              <a:gd name="connsiteX131" fmla="*/ 6301998 w 12192000"/>
              <a:gd name="connsiteY131" fmla="*/ 989138 h 1203824"/>
              <a:gd name="connsiteX132" fmla="*/ 6452025 w 12192000"/>
              <a:gd name="connsiteY132" fmla="*/ 968489 h 1203824"/>
              <a:gd name="connsiteX133" fmla="*/ 6589205 w 12192000"/>
              <a:gd name="connsiteY133" fmla="*/ 939474 h 1203824"/>
              <a:gd name="connsiteX134" fmla="*/ 6631069 w 12192000"/>
              <a:gd name="connsiteY134" fmla="*/ 911222 h 1203824"/>
              <a:gd name="connsiteX135" fmla="*/ 6828274 w 12192000"/>
              <a:gd name="connsiteY135" fmla="*/ 942941 h 1203824"/>
              <a:gd name="connsiteX136" fmla="*/ 6900803 w 12192000"/>
              <a:gd name="connsiteY136" fmla="*/ 984140 h 1203824"/>
              <a:gd name="connsiteX137" fmla="*/ 7034668 w 12192000"/>
              <a:gd name="connsiteY137" fmla="*/ 1018665 h 1203824"/>
              <a:gd name="connsiteX138" fmla="*/ 7281067 w 12192000"/>
              <a:gd name="connsiteY138" fmla="*/ 966327 h 1203824"/>
              <a:gd name="connsiteX139" fmla="*/ 7412780 w 12192000"/>
              <a:gd name="connsiteY139" fmla="*/ 909206 h 1203824"/>
              <a:gd name="connsiteX140" fmla="*/ 7500327 w 12192000"/>
              <a:gd name="connsiteY140" fmla="*/ 894826 h 1203824"/>
              <a:gd name="connsiteX141" fmla="*/ 7662324 w 12192000"/>
              <a:gd name="connsiteY141" fmla="*/ 927415 h 1203824"/>
              <a:gd name="connsiteX142" fmla="*/ 7725334 w 12192000"/>
              <a:gd name="connsiteY142" fmla="*/ 924844 h 1203824"/>
              <a:gd name="connsiteX143" fmla="*/ 7833279 w 12192000"/>
              <a:gd name="connsiteY143" fmla="*/ 913031 h 1203824"/>
              <a:gd name="connsiteX144" fmla="*/ 7928605 w 12192000"/>
              <a:gd name="connsiteY144" fmla="*/ 881683 h 1203824"/>
              <a:gd name="connsiteX145" fmla="*/ 8146597 w 12192000"/>
              <a:gd name="connsiteY145" fmla="*/ 762968 h 1203824"/>
              <a:gd name="connsiteX146" fmla="*/ 8183577 w 12192000"/>
              <a:gd name="connsiteY146" fmla="*/ 749005 h 1203824"/>
              <a:gd name="connsiteX147" fmla="*/ 8250224 w 12192000"/>
              <a:gd name="connsiteY147" fmla="*/ 733642 h 1203824"/>
              <a:gd name="connsiteX148" fmla="*/ 8505929 w 12192000"/>
              <a:gd name="connsiteY148" fmla="*/ 626542 h 1203824"/>
              <a:gd name="connsiteX149" fmla="*/ 8564194 w 12192000"/>
              <a:gd name="connsiteY149" fmla="*/ 618796 h 1203824"/>
              <a:gd name="connsiteX150" fmla="*/ 8660705 w 12192000"/>
              <a:gd name="connsiteY150" fmla="*/ 611069 h 1203824"/>
              <a:gd name="connsiteX151" fmla="*/ 8762255 w 12192000"/>
              <a:gd name="connsiteY151" fmla="*/ 585060 h 1203824"/>
              <a:gd name="connsiteX152" fmla="*/ 8836439 w 12192000"/>
              <a:gd name="connsiteY152" fmla="*/ 566358 h 1203824"/>
              <a:gd name="connsiteX153" fmla="*/ 9050728 w 12192000"/>
              <a:gd name="connsiteY153" fmla="*/ 559575 h 1203824"/>
              <a:gd name="connsiteX154" fmla="*/ 9229627 w 12192000"/>
              <a:gd name="connsiteY154" fmla="*/ 557464 h 1203824"/>
              <a:gd name="connsiteX155" fmla="*/ 9253451 w 12192000"/>
              <a:gd name="connsiteY155" fmla="*/ 550855 h 1203824"/>
              <a:gd name="connsiteX156" fmla="*/ 9484214 w 12192000"/>
              <a:gd name="connsiteY156" fmla="*/ 498671 h 1203824"/>
              <a:gd name="connsiteX157" fmla="*/ 9582633 w 12192000"/>
              <a:gd name="connsiteY157" fmla="*/ 458384 h 1203824"/>
              <a:gd name="connsiteX158" fmla="*/ 9719670 w 12192000"/>
              <a:gd name="connsiteY158" fmla="*/ 415607 h 1203824"/>
              <a:gd name="connsiteX159" fmla="*/ 9871784 w 12192000"/>
              <a:gd name="connsiteY159" fmla="*/ 366147 h 1203824"/>
              <a:gd name="connsiteX160" fmla="*/ 9984494 w 12192000"/>
              <a:gd name="connsiteY160" fmla="*/ 336660 h 1203824"/>
              <a:gd name="connsiteX161" fmla="*/ 10154708 w 12192000"/>
              <a:gd name="connsiteY161" fmla="*/ 322193 h 1203824"/>
              <a:gd name="connsiteX162" fmla="*/ 10190446 w 12192000"/>
              <a:gd name="connsiteY162" fmla="*/ 325025 h 1203824"/>
              <a:gd name="connsiteX163" fmla="*/ 10530736 w 12192000"/>
              <a:gd name="connsiteY163" fmla="*/ 335953 h 1203824"/>
              <a:gd name="connsiteX164" fmla="*/ 10752157 w 12192000"/>
              <a:gd name="connsiteY164" fmla="*/ 305117 h 1203824"/>
              <a:gd name="connsiteX165" fmla="*/ 10824452 w 12192000"/>
              <a:gd name="connsiteY165" fmla="*/ 285927 h 1203824"/>
              <a:gd name="connsiteX166" fmla="*/ 10953152 w 12192000"/>
              <a:gd name="connsiteY166" fmla="*/ 228102 h 1203824"/>
              <a:gd name="connsiteX167" fmla="*/ 11011614 w 12192000"/>
              <a:gd name="connsiteY167" fmla="*/ 214096 h 1203824"/>
              <a:gd name="connsiteX168" fmla="*/ 11116031 w 12192000"/>
              <a:gd name="connsiteY168" fmla="*/ 195421 h 1203824"/>
              <a:gd name="connsiteX169" fmla="*/ 11344303 w 12192000"/>
              <a:gd name="connsiteY169" fmla="*/ 166629 h 1203824"/>
              <a:gd name="connsiteX170" fmla="*/ 11639050 w 12192000"/>
              <a:gd name="connsiteY170" fmla="*/ 108526 h 1203824"/>
              <a:gd name="connsiteX171" fmla="*/ 11757532 w 12192000"/>
              <a:gd name="connsiteY171" fmla="*/ 96530 h 1203824"/>
              <a:gd name="connsiteX172" fmla="*/ 11885799 w 12192000"/>
              <a:gd name="connsiteY172" fmla="*/ 86728 h 1203824"/>
              <a:gd name="connsiteX173" fmla="*/ 11922874 w 12192000"/>
              <a:gd name="connsiteY173" fmla="*/ 81060 h 1203824"/>
              <a:gd name="connsiteX174" fmla="*/ 12115331 w 12192000"/>
              <a:gd name="connsiteY174" fmla="*/ 33587 h 1203824"/>
              <a:gd name="connsiteX175" fmla="*/ 12158080 w 12192000"/>
              <a:gd name="connsiteY175" fmla="*/ 14081 h 1203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</a:cxnLst>
            <a:rect l="l" t="t" r="r" b="b"/>
            <a:pathLst>
              <a:path w="12192000" h="1203824">
                <a:moveTo>
                  <a:pt x="12192000" y="0"/>
                </a:moveTo>
                <a:lnTo>
                  <a:pt x="12192000" y="463429"/>
                </a:lnTo>
                <a:lnTo>
                  <a:pt x="12190876" y="463512"/>
                </a:lnTo>
                <a:cubicBezTo>
                  <a:pt x="12153133" y="467010"/>
                  <a:pt x="12115042" y="473200"/>
                  <a:pt x="12077245" y="476327"/>
                </a:cubicBezTo>
                <a:cubicBezTo>
                  <a:pt x="12046307" y="479040"/>
                  <a:pt x="12015359" y="479114"/>
                  <a:pt x="11984517" y="479927"/>
                </a:cubicBezTo>
                <a:cubicBezTo>
                  <a:pt x="11973265" y="480210"/>
                  <a:pt x="11961485" y="476792"/>
                  <a:pt x="11951600" y="478957"/>
                </a:cubicBezTo>
                <a:cubicBezTo>
                  <a:pt x="11853497" y="501074"/>
                  <a:pt x="11777036" y="475730"/>
                  <a:pt x="11690904" y="471970"/>
                </a:cubicBezTo>
                <a:cubicBezTo>
                  <a:pt x="11600358" y="467893"/>
                  <a:pt x="11511400" y="454530"/>
                  <a:pt x="11413965" y="476172"/>
                </a:cubicBezTo>
                <a:cubicBezTo>
                  <a:pt x="11355010" y="489304"/>
                  <a:pt x="11299073" y="508237"/>
                  <a:pt x="11240739" y="523169"/>
                </a:cubicBezTo>
                <a:cubicBezTo>
                  <a:pt x="11219994" y="528395"/>
                  <a:pt x="11196384" y="531385"/>
                  <a:pt x="11175005" y="532169"/>
                </a:cubicBezTo>
                <a:cubicBezTo>
                  <a:pt x="11071819" y="536506"/>
                  <a:pt x="10971303" y="549336"/>
                  <a:pt x="10873726" y="580253"/>
                </a:cubicBezTo>
                <a:cubicBezTo>
                  <a:pt x="10856992" y="585473"/>
                  <a:pt x="10839156" y="590660"/>
                  <a:pt x="10821306" y="593207"/>
                </a:cubicBezTo>
                <a:cubicBezTo>
                  <a:pt x="10723500" y="607162"/>
                  <a:pt x="10626924" y="616976"/>
                  <a:pt x="10530811" y="612184"/>
                </a:cubicBezTo>
                <a:cubicBezTo>
                  <a:pt x="10498527" y="610559"/>
                  <a:pt x="10460885" y="619895"/>
                  <a:pt x="10426049" y="623354"/>
                </a:cubicBezTo>
                <a:cubicBezTo>
                  <a:pt x="10393740" y="626644"/>
                  <a:pt x="10360820" y="630774"/>
                  <a:pt x="10329156" y="630948"/>
                </a:cubicBezTo>
                <a:cubicBezTo>
                  <a:pt x="10282924" y="631125"/>
                  <a:pt x="10240698" y="636395"/>
                  <a:pt x="10194727" y="648617"/>
                </a:cubicBezTo>
                <a:cubicBezTo>
                  <a:pt x="10150847" y="660165"/>
                  <a:pt x="10102287" y="664450"/>
                  <a:pt x="10055906" y="671256"/>
                </a:cubicBezTo>
                <a:cubicBezTo>
                  <a:pt x="10004174" y="678826"/>
                  <a:pt x="9952442" y="686395"/>
                  <a:pt x="9900551" y="692855"/>
                </a:cubicBezTo>
                <a:cubicBezTo>
                  <a:pt x="9879793" y="695439"/>
                  <a:pt x="9855180" y="691398"/>
                  <a:pt x="9838464" y="696804"/>
                </a:cubicBezTo>
                <a:cubicBezTo>
                  <a:pt x="9784563" y="714690"/>
                  <a:pt x="9727517" y="710557"/>
                  <a:pt x="9672957" y="723816"/>
                </a:cubicBezTo>
                <a:cubicBezTo>
                  <a:pt x="9646220" y="730464"/>
                  <a:pt x="9614440" y="727257"/>
                  <a:pt x="9585066" y="730692"/>
                </a:cubicBezTo>
                <a:cubicBezTo>
                  <a:pt x="9537047" y="736221"/>
                  <a:pt x="9489294" y="743601"/>
                  <a:pt x="9441407" y="750055"/>
                </a:cubicBezTo>
                <a:cubicBezTo>
                  <a:pt x="9425674" y="752111"/>
                  <a:pt x="9410218" y="753561"/>
                  <a:pt x="9394459" y="755431"/>
                </a:cubicBezTo>
                <a:cubicBezTo>
                  <a:pt x="9380484" y="757048"/>
                  <a:pt x="9365611" y="757472"/>
                  <a:pt x="9352590" y="760650"/>
                </a:cubicBezTo>
                <a:cubicBezTo>
                  <a:pt x="9305415" y="772102"/>
                  <a:pt x="9259379" y="786411"/>
                  <a:pt x="9211614" y="796248"/>
                </a:cubicBezTo>
                <a:cubicBezTo>
                  <a:pt x="9170220" y="804796"/>
                  <a:pt x="9126523" y="807444"/>
                  <a:pt x="9084667" y="815303"/>
                </a:cubicBezTo>
                <a:cubicBezTo>
                  <a:pt x="9010868" y="829042"/>
                  <a:pt x="8937412" y="845188"/>
                  <a:pt x="8863666" y="859298"/>
                </a:cubicBezTo>
                <a:cubicBezTo>
                  <a:pt x="8847706" y="862330"/>
                  <a:pt x="8830271" y="860096"/>
                  <a:pt x="8813796" y="862070"/>
                </a:cubicBezTo>
                <a:cubicBezTo>
                  <a:pt x="8762262" y="868479"/>
                  <a:pt x="8710833" y="875626"/>
                  <a:pt x="8659351" y="882406"/>
                </a:cubicBezTo>
                <a:cubicBezTo>
                  <a:pt x="8630055" y="886396"/>
                  <a:pt x="8600505" y="891179"/>
                  <a:pt x="8571352" y="893639"/>
                </a:cubicBezTo>
                <a:cubicBezTo>
                  <a:pt x="8532843" y="896868"/>
                  <a:pt x="8497743" y="898476"/>
                  <a:pt x="8464106" y="918004"/>
                </a:cubicBezTo>
                <a:cubicBezTo>
                  <a:pt x="8412327" y="948238"/>
                  <a:pt x="8341122" y="949523"/>
                  <a:pt x="8278324" y="963769"/>
                </a:cubicBezTo>
                <a:cubicBezTo>
                  <a:pt x="8262086" y="967408"/>
                  <a:pt x="8245335" y="969987"/>
                  <a:pt x="8229128" y="973810"/>
                </a:cubicBezTo>
                <a:cubicBezTo>
                  <a:pt x="8199180" y="980915"/>
                  <a:pt x="8169646" y="988338"/>
                  <a:pt x="8139751" y="995815"/>
                </a:cubicBezTo>
                <a:cubicBezTo>
                  <a:pt x="8134478" y="997132"/>
                  <a:pt x="8128438" y="998185"/>
                  <a:pt x="8123571" y="999822"/>
                </a:cubicBezTo>
                <a:cubicBezTo>
                  <a:pt x="8078628" y="1014164"/>
                  <a:pt x="8034565" y="1029514"/>
                  <a:pt x="7988699" y="1042479"/>
                </a:cubicBezTo>
                <a:cubicBezTo>
                  <a:pt x="7966302" y="1048884"/>
                  <a:pt x="7941011" y="1052871"/>
                  <a:pt x="7917214" y="1054565"/>
                </a:cubicBezTo>
                <a:cubicBezTo>
                  <a:pt x="7847636" y="1059584"/>
                  <a:pt x="7779165" y="1067276"/>
                  <a:pt x="7710915" y="1084190"/>
                </a:cubicBezTo>
                <a:cubicBezTo>
                  <a:pt x="7683826" y="1090885"/>
                  <a:pt x="7652466" y="1090640"/>
                  <a:pt x="7622959" y="1093150"/>
                </a:cubicBezTo>
                <a:cubicBezTo>
                  <a:pt x="7552361" y="1098691"/>
                  <a:pt x="7481710" y="1103861"/>
                  <a:pt x="7410782" y="1109640"/>
                </a:cubicBezTo>
                <a:cubicBezTo>
                  <a:pt x="7366505" y="1113312"/>
                  <a:pt x="7322030" y="1118147"/>
                  <a:pt x="7277754" y="1121822"/>
                </a:cubicBezTo>
                <a:cubicBezTo>
                  <a:pt x="7226619" y="1125906"/>
                  <a:pt x="7175601" y="1128277"/>
                  <a:pt x="7124540" y="1132918"/>
                </a:cubicBezTo>
                <a:cubicBezTo>
                  <a:pt x="7066293" y="1138207"/>
                  <a:pt x="7008028" y="1145955"/>
                  <a:pt x="6949752" y="1151058"/>
                </a:cubicBezTo>
                <a:cubicBezTo>
                  <a:pt x="6843217" y="1160027"/>
                  <a:pt x="6736882" y="1167834"/>
                  <a:pt x="6630249" y="1176063"/>
                </a:cubicBezTo>
                <a:cubicBezTo>
                  <a:pt x="6526849" y="1184018"/>
                  <a:pt x="6423556" y="1192713"/>
                  <a:pt x="6320634" y="1198901"/>
                </a:cubicBezTo>
                <a:cubicBezTo>
                  <a:pt x="6277297" y="1201496"/>
                  <a:pt x="6235232" y="1197679"/>
                  <a:pt x="6192343" y="1198323"/>
                </a:cubicBezTo>
                <a:cubicBezTo>
                  <a:pt x="6117131" y="1199612"/>
                  <a:pt x="6041418" y="1202485"/>
                  <a:pt x="5966562" y="1203723"/>
                </a:cubicBezTo>
                <a:cubicBezTo>
                  <a:pt x="5933144" y="1204338"/>
                  <a:pt x="5900754" y="1201974"/>
                  <a:pt x="5867227" y="1201847"/>
                </a:cubicBezTo>
                <a:cubicBezTo>
                  <a:pt x="5788180" y="1201796"/>
                  <a:pt x="5708354" y="1203933"/>
                  <a:pt x="5630172" y="1202248"/>
                </a:cubicBezTo>
                <a:cubicBezTo>
                  <a:pt x="5535908" y="1200213"/>
                  <a:pt x="5442984" y="1194779"/>
                  <a:pt x="5348949" y="1191768"/>
                </a:cubicBezTo>
                <a:cubicBezTo>
                  <a:pt x="5313810" y="1190551"/>
                  <a:pt x="5277251" y="1192179"/>
                  <a:pt x="5241228" y="1192408"/>
                </a:cubicBezTo>
                <a:cubicBezTo>
                  <a:pt x="5151316" y="1192775"/>
                  <a:pt x="5061657" y="1192349"/>
                  <a:pt x="4971133" y="1193559"/>
                </a:cubicBezTo>
                <a:cubicBezTo>
                  <a:pt x="4937685" y="1193988"/>
                  <a:pt x="4903114" y="1199299"/>
                  <a:pt x="4869416" y="1200519"/>
                </a:cubicBezTo>
                <a:cubicBezTo>
                  <a:pt x="4830283" y="1201947"/>
                  <a:pt x="4791348" y="1202215"/>
                  <a:pt x="4753274" y="1200850"/>
                </a:cubicBezTo>
                <a:cubicBezTo>
                  <a:pt x="4705682" y="1199144"/>
                  <a:pt x="4659172" y="1194829"/>
                  <a:pt x="4611883" y="1192701"/>
                </a:cubicBezTo>
                <a:cubicBezTo>
                  <a:pt x="4533819" y="1189298"/>
                  <a:pt x="4455420" y="1186135"/>
                  <a:pt x="4376825" y="1184131"/>
                </a:cubicBezTo>
                <a:cubicBezTo>
                  <a:pt x="4347226" y="1183446"/>
                  <a:pt x="4315374" y="1187423"/>
                  <a:pt x="4285471" y="1187158"/>
                </a:cubicBezTo>
                <a:cubicBezTo>
                  <a:pt x="4145774" y="1185753"/>
                  <a:pt x="4006046" y="1184162"/>
                  <a:pt x="3866543" y="1181596"/>
                </a:cubicBezTo>
                <a:cubicBezTo>
                  <a:pt x="3794230" y="1180207"/>
                  <a:pt x="3723633" y="1175551"/>
                  <a:pt x="3651342" y="1174348"/>
                </a:cubicBezTo>
                <a:cubicBezTo>
                  <a:pt x="3607885" y="1173562"/>
                  <a:pt x="3561907" y="1178044"/>
                  <a:pt x="3518453" y="1177258"/>
                </a:cubicBezTo>
                <a:cubicBezTo>
                  <a:pt x="3478287" y="1176568"/>
                  <a:pt x="3440399" y="1171400"/>
                  <a:pt x="3400818" y="1169685"/>
                </a:cubicBezTo>
                <a:cubicBezTo>
                  <a:pt x="3279824" y="1164099"/>
                  <a:pt x="3157310" y="1160621"/>
                  <a:pt x="3037154" y="1153217"/>
                </a:cubicBezTo>
                <a:cubicBezTo>
                  <a:pt x="2978373" y="1149708"/>
                  <a:pt x="2922429" y="1140508"/>
                  <a:pt x="2866260" y="1132283"/>
                </a:cubicBezTo>
                <a:cubicBezTo>
                  <a:pt x="2771049" y="1118489"/>
                  <a:pt x="2677107" y="1103380"/>
                  <a:pt x="2582173" y="1088979"/>
                </a:cubicBezTo>
                <a:cubicBezTo>
                  <a:pt x="2511090" y="1078352"/>
                  <a:pt x="2447356" y="1063086"/>
                  <a:pt x="2395406" y="1035945"/>
                </a:cubicBezTo>
                <a:cubicBezTo>
                  <a:pt x="2371411" y="1023508"/>
                  <a:pt x="2331675" y="1015582"/>
                  <a:pt x="2294751" y="1014618"/>
                </a:cubicBezTo>
                <a:cubicBezTo>
                  <a:pt x="2228580" y="1012920"/>
                  <a:pt x="2177384" y="998698"/>
                  <a:pt x="2122944" y="984751"/>
                </a:cubicBezTo>
                <a:cubicBezTo>
                  <a:pt x="2054121" y="967003"/>
                  <a:pt x="1981585" y="951294"/>
                  <a:pt x="1905504" y="941380"/>
                </a:cubicBezTo>
                <a:cubicBezTo>
                  <a:pt x="1830544" y="931682"/>
                  <a:pt x="1747929" y="932141"/>
                  <a:pt x="1671045" y="924228"/>
                </a:cubicBezTo>
                <a:cubicBezTo>
                  <a:pt x="1625936" y="919523"/>
                  <a:pt x="1585613" y="907528"/>
                  <a:pt x="1543856" y="898190"/>
                </a:cubicBezTo>
                <a:cubicBezTo>
                  <a:pt x="1502093" y="888855"/>
                  <a:pt x="1460606" y="878913"/>
                  <a:pt x="1419784" y="868500"/>
                </a:cubicBezTo>
                <a:cubicBezTo>
                  <a:pt x="1397486" y="862806"/>
                  <a:pt x="1378078" y="854435"/>
                  <a:pt x="1355116" y="849214"/>
                </a:cubicBezTo>
                <a:cubicBezTo>
                  <a:pt x="1311848" y="839527"/>
                  <a:pt x="1265353" y="832754"/>
                  <a:pt x="1223713" y="821702"/>
                </a:cubicBezTo>
                <a:cubicBezTo>
                  <a:pt x="1183577" y="811001"/>
                  <a:pt x="1138864" y="809072"/>
                  <a:pt x="1094193" y="804872"/>
                </a:cubicBezTo>
                <a:cubicBezTo>
                  <a:pt x="1060244" y="801784"/>
                  <a:pt x="1034230" y="787936"/>
                  <a:pt x="1001115" y="783030"/>
                </a:cubicBezTo>
                <a:cubicBezTo>
                  <a:pt x="953853" y="775990"/>
                  <a:pt x="916853" y="764276"/>
                  <a:pt x="879548" y="747884"/>
                </a:cubicBezTo>
                <a:cubicBezTo>
                  <a:pt x="837586" y="729513"/>
                  <a:pt x="770061" y="725929"/>
                  <a:pt x="711163" y="719039"/>
                </a:cubicBezTo>
                <a:cubicBezTo>
                  <a:pt x="661152" y="713146"/>
                  <a:pt x="604343" y="715774"/>
                  <a:pt x="557941" y="707101"/>
                </a:cubicBezTo>
                <a:cubicBezTo>
                  <a:pt x="525381" y="700984"/>
                  <a:pt x="499355" y="684493"/>
                  <a:pt x="480347" y="668702"/>
                </a:cubicBezTo>
                <a:cubicBezTo>
                  <a:pt x="437718" y="632865"/>
                  <a:pt x="370204" y="616630"/>
                  <a:pt x="296224" y="603583"/>
                </a:cubicBezTo>
                <a:cubicBezTo>
                  <a:pt x="220741" y="590184"/>
                  <a:pt x="148480" y="573869"/>
                  <a:pt x="72689" y="560892"/>
                </a:cubicBezTo>
                <a:lnTo>
                  <a:pt x="0" y="543486"/>
                </a:lnTo>
                <a:lnTo>
                  <a:pt x="0" y="384357"/>
                </a:lnTo>
                <a:lnTo>
                  <a:pt x="51784" y="393937"/>
                </a:lnTo>
                <a:cubicBezTo>
                  <a:pt x="104770" y="397707"/>
                  <a:pt x="153378" y="409086"/>
                  <a:pt x="205561" y="414859"/>
                </a:cubicBezTo>
                <a:cubicBezTo>
                  <a:pt x="254062" y="420400"/>
                  <a:pt x="305001" y="422574"/>
                  <a:pt x="354391" y="426667"/>
                </a:cubicBezTo>
                <a:cubicBezTo>
                  <a:pt x="386450" y="429269"/>
                  <a:pt x="420771" y="429847"/>
                  <a:pt x="448281" y="436308"/>
                </a:cubicBezTo>
                <a:cubicBezTo>
                  <a:pt x="499904" y="448391"/>
                  <a:pt x="551004" y="446576"/>
                  <a:pt x="611518" y="434166"/>
                </a:cubicBezTo>
                <a:cubicBezTo>
                  <a:pt x="654695" y="425361"/>
                  <a:pt x="702395" y="422710"/>
                  <a:pt x="746076" y="422520"/>
                </a:cubicBezTo>
                <a:cubicBezTo>
                  <a:pt x="798481" y="422218"/>
                  <a:pt x="848400" y="419817"/>
                  <a:pt x="902724" y="409989"/>
                </a:cubicBezTo>
                <a:cubicBezTo>
                  <a:pt x="977291" y="396518"/>
                  <a:pt x="1048428" y="397321"/>
                  <a:pt x="1113854" y="414230"/>
                </a:cubicBezTo>
                <a:cubicBezTo>
                  <a:pt x="1184155" y="432145"/>
                  <a:pt x="1258677" y="446437"/>
                  <a:pt x="1333449" y="459938"/>
                </a:cubicBezTo>
                <a:cubicBezTo>
                  <a:pt x="1354772" y="463883"/>
                  <a:pt x="1385284" y="463304"/>
                  <a:pt x="1408608" y="458278"/>
                </a:cubicBezTo>
                <a:cubicBezTo>
                  <a:pt x="1483492" y="441930"/>
                  <a:pt x="1561495" y="427025"/>
                  <a:pt x="1630191" y="403061"/>
                </a:cubicBezTo>
                <a:cubicBezTo>
                  <a:pt x="1735315" y="366348"/>
                  <a:pt x="1840887" y="337881"/>
                  <a:pt x="1956289" y="332366"/>
                </a:cubicBezTo>
                <a:cubicBezTo>
                  <a:pt x="1986669" y="330865"/>
                  <a:pt x="2019100" y="336056"/>
                  <a:pt x="2042814" y="344002"/>
                </a:cubicBezTo>
                <a:cubicBezTo>
                  <a:pt x="2085261" y="358150"/>
                  <a:pt x="2126350" y="370413"/>
                  <a:pt x="2183420" y="369635"/>
                </a:cubicBezTo>
                <a:cubicBezTo>
                  <a:pt x="2235035" y="368879"/>
                  <a:pt x="2279659" y="405942"/>
                  <a:pt x="2269566" y="439859"/>
                </a:cubicBezTo>
                <a:cubicBezTo>
                  <a:pt x="2258267" y="478101"/>
                  <a:pt x="2277762" y="504964"/>
                  <a:pt x="2331129" y="524163"/>
                </a:cubicBezTo>
                <a:cubicBezTo>
                  <a:pt x="2352980" y="531807"/>
                  <a:pt x="2364861" y="546162"/>
                  <a:pt x="2385112" y="555357"/>
                </a:cubicBezTo>
                <a:cubicBezTo>
                  <a:pt x="2401860" y="562976"/>
                  <a:pt x="2421927" y="570875"/>
                  <a:pt x="2444033" y="572629"/>
                </a:cubicBezTo>
                <a:cubicBezTo>
                  <a:pt x="2483469" y="575878"/>
                  <a:pt x="2509763" y="584022"/>
                  <a:pt x="2525979" y="603233"/>
                </a:cubicBezTo>
                <a:cubicBezTo>
                  <a:pt x="2549282" y="631254"/>
                  <a:pt x="2578520" y="657481"/>
                  <a:pt x="2603911" y="684825"/>
                </a:cubicBezTo>
                <a:cubicBezTo>
                  <a:pt x="2618910" y="700624"/>
                  <a:pt x="2643515" y="707120"/>
                  <a:pt x="2678828" y="706990"/>
                </a:cubicBezTo>
                <a:cubicBezTo>
                  <a:pt x="2699243" y="707100"/>
                  <a:pt x="2725615" y="705603"/>
                  <a:pt x="2738094" y="711376"/>
                </a:cubicBezTo>
                <a:cubicBezTo>
                  <a:pt x="2805960" y="742855"/>
                  <a:pt x="2895980" y="733032"/>
                  <a:pt x="2983806" y="728243"/>
                </a:cubicBezTo>
                <a:cubicBezTo>
                  <a:pt x="2993929" y="727744"/>
                  <a:pt x="3004007" y="726871"/>
                  <a:pt x="3013997" y="725446"/>
                </a:cubicBezTo>
                <a:cubicBezTo>
                  <a:pt x="3136002" y="707474"/>
                  <a:pt x="3250133" y="713470"/>
                  <a:pt x="3364419" y="720577"/>
                </a:cubicBezTo>
                <a:cubicBezTo>
                  <a:pt x="3394563" y="722507"/>
                  <a:pt x="3428050" y="719807"/>
                  <a:pt x="3460521" y="717628"/>
                </a:cubicBezTo>
                <a:cubicBezTo>
                  <a:pt x="3545330" y="712137"/>
                  <a:pt x="3633314" y="698262"/>
                  <a:pt x="3710982" y="714182"/>
                </a:cubicBezTo>
                <a:cubicBezTo>
                  <a:pt x="3772122" y="726607"/>
                  <a:pt x="3825029" y="745116"/>
                  <a:pt x="3850961" y="778802"/>
                </a:cubicBezTo>
                <a:cubicBezTo>
                  <a:pt x="3868395" y="801427"/>
                  <a:pt x="3898481" y="813185"/>
                  <a:pt x="3946286" y="816372"/>
                </a:cubicBezTo>
                <a:cubicBezTo>
                  <a:pt x="3987480" y="819179"/>
                  <a:pt x="4025130" y="827781"/>
                  <a:pt x="4065132" y="832459"/>
                </a:cubicBezTo>
                <a:cubicBezTo>
                  <a:pt x="4086246" y="834922"/>
                  <a:pt x="4110400" y="838274"/>
                  <a:pt x="4132173" y="835167"/>
                </a:cubicBezTo>
                <a:cubicBezTo>
                  <a:pt x="4190358" y="826865"/>
                  <a:pt x="4249453" y="817300"/>
                  <a:pt x="4305858" y="804156"/>
                </a:cubicBezTo>
                <a:cubicBezTo>
                  <a:pt x="4334041" y="797490"/>
                  <a:pt x="4360739" y="782919"/>
                  <a:pt x="4382131" y="769481"/>
                </a:cubicBezTo>
                <a:cubicBezTo>
                  <a:pt x="4404161" y="755388"/>
                  <a:pt x="4425552" y="747047"/>
                  <a:pt x="4453289" y="752531"/>
                </a:cubicBezTo>
                <a:cubicBezTo>
                  <a:pt x="4522267" y="766292"/>
                  <a:pt x="4590589" y="780524"/>
                  <a:pt x="4657971" y="795835"/>
                </a:cubicBezTo>
                <a:cubicBezTo>
                  <a:pt x="4669645" y="798513"/>
                  <a:pt x="4675987" y="807238"/>
                  <a:pt x="4682399" y="813876"/>
                </a:cubicBezTo>
                <a:cubicBezTo>
                  <a:pt x="4712325" y="844914"/>
                  <a:pt x="4739115" y="876968"/>
                  <a:pt x="4771814" y="907046"/>
                </a:cubicBezTo>
                <a:cubicBezTo>
                  <a:pt x="4783117" y="917329"/>
                  <a:pt x="4807945" y="922850"/>
                  <a:pt x="4827520" y="929876"/>
                </a:cubicBezTo>
                <a:cubicBezTo>
                  <a:pt x="4833681" y="932206"/>
                  <a:pt x="4845543" y="931081"/>
                  <a:pt x="4849942" y="933851"/>
                </a:cubicBezTo>
                <a:cubicBezTo>
                  <a:pt x="4888949" y="959631"/>
                  <a:pt x="4951287" y="954890"/>
                  <a:pt x="5009626" y="957896"/>
                </a:cubicBezTo>
                <a:cubicBezTo>
                  <a:pt x="5059523" y="960407"/>
                  <a:pt x="5111928" y="960104"/>
                  <a:pt x="5158711" y="963814"/>
                </a:cubicBezTo>
                <a:cubicBezTo>
                  <a:pt x="5231307" y="969696"/>
                  <a:pt x="5298173" y="973751"/>
                  <a:pt x="5376427" y="963151"/>
                </a:cubicBezTo>
                <a:cubicBezTo>
                  <a:pt x="5408579" y="958754"/>
                  <a:pt x="5448461" y="970245"/>
                  <a:pt x="5475787" y="980508"/>
                </a:cubicBezTo>
                <a:cubicBezTo>
                  <a:pt x="5528518" y="1000363"/>
                  <a:pt x="5584839" y="1001958"/>
                  <a:pt x="5653401" y="987268"/>
                </a:cubicBezTo>
                <a:cubicBezTo>
                  <a:pt x="5676008" y="982341"/>
                  <a:pt x="5702558" y="984595"/>
                  <a:pt x="5726340" y="985357"/>
                </a:cubicBezTo>
                <a:cubicBezTo>
                  <a:pt x="5748643" y="985952"/>
                  <a:pt x="5770110" y="988364"/>
                  <a:pt x="5790563" y="991300"/>
                </a:cubicBezTo>
                <a:cubicBezTo>
                  <a:pt x="5815128" y="994969"/>
                  <a:pt x="5845522" y="996110"/>
                  <a:pt x="5860260" y="1004958"/>
                </a:cubicBezTo>
                <a:cubicBezTo>
                  <a:pt x="5906803" y="1032493"/>
                  <a:pt x="5977069" y="1037385"/>
                  <a:pt x="6042101" y="1036226"/>
                </a:cubicBezTo>
                <a:cubicBezTo>
                  <a:pt x="6128232" y="1034888"/>
                  <a:pt x="6222269" y="1027704"/>
                  <a:pt x="6301998" y="989138"/>
                </a:cubicBezTo>
                <a:cubicBezTo>
                  <a:pt x="6349672" y="965909"/>
                  <a:pt x="6396952" y="955198"/>
                  <a:pt x="6452025" y="968489"/>
                </a:cubicBezTo>
                <a:cubicBezTo>
                  <a:pt x="6489401" y="977695"/>
                  <a:pt x="6558002" y="960731"/>
                  <a:pt x="6589205" y="939474"/>
                </a:cubicBezTo>
                <a:cubicBezTo>
                  <a:pt x="6600499" y="931821"/>
                  <a:pt x="6612148" y="924116"/>
                  <a:pt x="6631069" y="911222"/>
                </a:cubicBezTo>
                <a:cubicBezTo>
                  <a:pt x="6674305" y="951313"/>
                  <a:pt x="6752346" y="944332"/>
                  <a:pt x="6828274" y="942941"/>
                </a:cubicBezTo>
                <a:cubicBezTo>
                  <a:pt x="6874780" y="942157"/>
                  <a:pt x="6889173" y="963896"/>
                  <a:pt x="6900803" y="984140"/>
                </a:cubicBezTo>
                <a:cubicBezTo>
                  <a:pt x="6921316" y="1020676"/>
                  <a:pt x="6959796" y="1032557"/>
                  <a:pt x="7034668" y="1018665"/>
                </a:cubicBezTo>
                <a:cubicBezTo>
                  <a:pt x="7117337" y="1003282"/>
                  <a:pt x="7199637" y="985309"/>
                  <a:pt x="7281067" y="966327"/>
                </a:cubicBezTo>
                <a:cubicBezTo>
                  <a:pt x="7332521" y="954266"/>
                  <a:pt x="7378029" y="936255"/>
                  <a:pt x="7412780" y="909206"/>
                </a:cubicBezTo>
                <a:cubicBezTo>
                  <a:pt x="7446535" y="882864"/>
                  <a:pt x="7455445" y="884046"/>
                  <a:pt x="7500327" y="894826"/>
                </a:cubicBezTo>
                <a:cubicBezTo>
                  <a:pt x="7552743" y="907363"/>
                  <a:pt x="7606735" y="918164"/>
                  <a:pt x="7662324" y="927415"/>
                </a:cubicBezTo>
                <a:cubicBezTo>
                  <a:pt x="7679867" y="930387"/>
                  <a:pt x="7704114" y="926740"/>
                  <a:pt x="7725334" y="924844"/>
                </a:cubicBezTo>
                <a:cubicBezTo>
                  <a:pt x="7761320" y="921787"/>
                  <a:pt x="7798617" y="920242"/>
                  <a:pt x="7833279" y="913031"/>
                </a:cubicBezTo>
                <a:cubicBezTo>
                  <a:pt x="7866516" y="906023"/>
                  <a:pt x="7898634" y="893700"/>
                  <a:pt x="7928605" y="881683"/>
                </a:cubicBezTo>
                <a:cubicBezTo>
                  <a:pt x="8012311" y="848025"/>
                  <a:pt x="8088138" y="810205"/>
                  <a:pt x="8146597" y="762968"/>
                </a:cubicBezTo>
                <a:cubicBezTo>
                  <a:pt x="8154091" y="756800"/>
                  <a:pt x="8170249" y="752606"/>
                  <a:pt x="8183577" y="749005"/>
                </a:cubicBezTo>
                <a:cubicBezTo>
                  <a:pt x="8205312" y="743071"/>
                  <a:pt x="8227788" y="737222"/>
                  <a:pt x="8250224" y="733642"/>
                </a:cubicBezTo>
                <a:cubicBezTo>
                  <a:pt x="8359189" y="716209"/>
                  <a:pt x="8441164" y="678078"/>
                  <a:pt x="8505929" y="626542"/>
                </a:cubicBezTo>
                <a:cubicBezTo>
                  <a:pt x="8524585" y="611796"/>
                  <a:pt x="8540107" y="608259"/>
                  <a:pt x="8564194" y="618796"/>
                </a:cubicBezTo>
                <a:cubicBezTo>
                  <a:pt x="8592162" y="631043"/>
                  <a:pt x="8628032" y="619507"/>
                  <a:pt x="8660705" y="611069"/>
                </a:cubicBezTo>
                <a:cubicBezTo>
                  <a:pt x="8694442" y="602479"/>
                  <a:pt x="8728514" y="593651"/>
                  <a:pt x="8762255" y="585060"/>
                </a:cubicBezTo>
                <a:cubicBezTo>
                  <a:pt x="8787227" y="578855"/>
                  <a:pt x="8811899" y="573069"/>
                  <a:pt x="8836439" y="566358"/>
                </a:cubicBezTo>
                <a:cubicBezTo>
                  <a:pt x="8912856" y="545447"/>
                  <a:pt x="8983243" y="538425"/>
                  <a:pt x="9050728" y="559575"/>
                </a:cubicBezTo>
                <a:cubicBezTo>
                  <a:pt x="9102219" y="575830"/>
                  <a:pt x="9164950" y="573868"/>
                  <a:pt x="9229627" y="557464"/>
                </a:cubicBezTo>
                <a:cubicBezTo>
                  <a:pt x="9237706" y="555368"/>
                  <a:pt x="9247529" y="550190"/>
                  <a:pt x="9253451" y="550855"/>
                </a:cubicBezTo>
                <a:cubicBezTo>
                  <a:pt x="9342568" y="560232"/>
                  <a:pt x="9405310" y="512383"/>
                  <a:pt x="9484214" y="498671"/>
                </a:cubicBezTo>
                <a:cubicBezTo>
                  <a:pt x="9519035" y="492570"/>
                  <a:pt x="9552778" y="473783"/>
                  <a:pt x="9582633" y="458384"/>
                </a:cubicBezTo>
                <a:cubicBezTo>
                  <a:pt x="9623689" y="437231"/>
                  <a:pt x="9660183" y="417297"/>
                  <a:pt x="9719670" y="415607"/>
                </a:cubicBezTo>
                <a:cubicBezTo>
                  <a:pt x="9779189" y="414101"/>
                  <a:pt x="9830940" y="393878"/>
                  <a:pt x="9871784" y="366147"/>
                </a:cubicBezTo>
                <a:cubicBezTo>
                  <a:pt x="9903014" y="345075"/>
                  <a:pt x="9939570" y="338349"/>
                  <a:pt x="9984494" y="336660"/>
                </a:cubicBezTo>
                <a:cubicBezTo>
                  <a:pt x="10040642" y="334503"/>
                  <a:pt x="10098165" y="326674"/>
                  <a:pt x="10154708" y="322193"/>
                </a:cubicBezTo>
                <a:cubicBezTo>
                  <a:pt x="10166953" y="321201"/>
                  <a:pt x="10182669" y="321603"/>
                  <a:pt x="10190446" y="325025"/>
                </a:cubicBezTo>
                <a:cubicBezTo>
                  <a:pt x="10285769" y="367692"/>
                  <a:pt x="10408999" y="350677"/>
                  <a:pt x="10530736" y="335953"/>
                </a:cubicBezTo>
                <a:cubicBezTo>
                  <a:pt x="10604506" y="327127"/>
                  <a:pt x="10678397" y="316584"/>
                  <a:pt x="10752157" y="305117"/>
                </a:cubicBezTo>
                <a:cubicBezTo>
                  <a:pt x="10777120" y="301365"/>
                  <a:pt x="10803110" y="294636"/>
                  <a:pt x="10824452" y="285927"/>
                </a:cubicBezTo>
                <a:cubicBezTo>
                  <a:pt x="10868837" y="267698"/>
                  <a:pt x="10909147" y="246465"/>
                  <a:pt x="10953152" y="228102"/>
                </a:cubicBezTo>
                <a:cubicBezTo>
                  <a:pt x="10969622" y="221030"/>
                  <a:pt x="10991730" y="217688"/>
                  <a:pt x="11011614" y="214096"/>
                </a:cubicBezTo>
                <a:cubicBezTo>
                  <a:pt x="11046743" y="207573"/>
                  <a:pt x="11086641" y="206412"/>
                  <a:pt x="11116031" y="195421"/>
                </a:cubicBezTo>
                <a:cubicBezTo>
                  <a:pt x="11192467" y="166956"/>
                  <a:pt x="11266913" y="160299"/>
                  <a:pt x="11344303" y="166629"/>
                </a:cubicBezTo>
                <a:cubicBezTo>
                  <a:pt x="11452657" y="175527"/>
                  <a:pt x="11551626" y="159519"/>
                  <a:pt x="11639050" y="108526"/>
                </a:cubicBezTo>
                <a:cubicBezTo>
                  <a:pt x="11678385" y="85543"/>
                  <a:pt x="11720243" y="87879"/>
                  <a:pt x="11757532" y="96530"/>
                </a:cubicBezTo>
                <a:cubicBezTo>
                  <a:pt x="11800499" y="106640"/>
                  <a:pt x="11840704" y="105056"/>
                  <a:pt x="11885799" y="86728"/>
                </a:cubicBezTo>
                <a:cubicBezTo>
                  <a:pt x="11895784" y="82659"/>
                  <a:pt x="11910604" y="81867"/>
                  <a:pt x="11922874" y="81060"/>
                </a:cubicBezTo>
                <a:cubicBezTo>
                  <a:pt x="11992783" y="75806"/>
                  <a:pt x="12063500" y="73647"/>
                  <a:pt x="12115331" y="33587"/>
                </a:cubicBezTo>
                <a:cubicBezTo>
                  <a:pt x="12125500" y="25715"/>
                  <a:pt x="12143693" y="20477"/>
                  <a:pt x="12158080" y="1408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34676D8-D37A-4610-BBFB-A1DC26D52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2367198"/>
            <a:ext cx="12192000" cy="822960"/>
          </a:xfrm>
          <a:custGeom>
            <a:avLst/>
            <a:gdLst>
              <a:gd name="connsiteX0" fmla="*/ 12192000 w 12192000"/>
              <a:gd name="connsiteY0" fmla="*/ 0 h 1203824"/>
              <a:gd name="connsiteX1" fmla="*/ 12192000 w 12192000"/>
              <a:gd name="connsiteY1" fmla="*/ 463429 h 1203824"/>
              <a:gd name="connsiteX2" fmla="*/ 12190876 w 12192000"/>
              <a:gd name="connsiteY2" fmla="*/ 463512 h 1203824"/>
              <a:gd name="connsiteX3" fmla="*/ 12077245 w 12192000"/>
              <a:gd name="connsiteY3" fmla="*/ 476327 h 1203824"/>
              <a:gd name="connsiteX4" fmla="*/ 11984517 w 12192000"/>
              <a:gd name="connsiteY4" fmla="*/ 479927 h 1203824"/>
              <a:gd name="connsiteX5" fmla="*/ 11951600 w 12192000"/>
              <a:gd name="connsiteY5" fmla="*/ 478957 h 1203824"/>
              <a:gd name="connsiteX6" fmla="*/ 11690904 w 12192000"/>
              <a:gd name="connsiteY6" fmla="*/ 471970 h 1203824"/>
              <a:gd name="connsiteX7" fmla="*/ 11413965 w 12192000"/>
              <a:gd name="connsiteY7" fmla="*/ 476172 h 1203824"/>
              <a:gd name="connsiteX8" fmla="*/ 11240739 w 12192000"/>
              <a:gd name="connsiteY8" fmla="*/ 523169 h 1203824"/>
              <a:gd name="connsiteX9" fmla="*/ 11175005 w 12192000"/>
              <a:gd name="connsiteY9" fmla="*/ 532169 h 1203824"/>
              <a:gd name="connsiteX10" fmla="*/ 10873726 w 12192000"/>
              <a:gd name="connsiteY10" fmla="*/ 580253 h 1203824"/>
              <a:gd name="connsiteX11" fmla="*/ 10821306 w 12192000"/>
              <a:gd name="connsiteY11" fmla="*/ 593207 h 1203824"/>
              <a:gd name="connsiteX12" fmla="*/ 10530811 w 12192000"/>
              <a:gd name="connsiteY12" fmla="*/ 612184 h 1203824"/>
              <a:gd name="connsiteX13" fmla="*/ 10426049 w 12192000"/>
              <a:gd name="connsiteY13" fmla="*/ 623354 h 1203824"/>
              <a:gd name="connsiteX14" fmla="*/ 10329156 w 12192000"/>
              <a:gd name="connsiteY14" fmla="*/ 630948 h 1203824"/>
              <a:gd name="connsiteX15" fmla="*/ 10194727 w 12192000"/>
              <a:gd name="connsiteY15" fmla="*/ 648617 h 1203824"/>
              <a:gd name="connsiteX16" fmla="*/ 10055906 w 12192000"/>
              <a:gd name="connsiteY16" fmla="*/ 671256 h 1203824"/>
              <a:gd name="connsiteX17" fmla="*/ 9900551 w 12192000"/>
              <a:gd name="connsiteY17" fmla="*/ 692855 h 1203824"/>
              <a:gd name="connsiteX18" fmla="*/ 9838464 w 12192000"/>
              <a:gd name="connsiteY18" fmla="*/ 696804 h 1203824"/>
              <a:gd name="connsiteX19" fmla="*/ 9672957 w 12192000"/>
              <a:gd name="connsiteY19" fmla="*/ 723816 h 1203824"/>
              <a:gd name="connsiteX20" fmla="*/ 9585066 w 12192000"/>
              <a:gd name="connsiteY20" fmla="*/ 730692 h 1203824"/>
              <a:gd name="connsiteX21" fmla="*/ 9441407 w 12192000"/>
              <a:gd name="connsiteY21" fmla="*/ 750055 h 1203824"/>
              <a:gd name="connsiteX22" fmla="*/ 9394459 w 12192000"/>
              <a:gd name="connsiteY22" fmla="*/ 755431 h 1203824"/>
              <a:gd name="connsiteX23" fmla="*/ 9352590 w 12192000"/>
              <a:gd name="connsiteY23" fmla="*/ 760650 h 1203824"/>
              <a:gd name="connsiteX24" fmla="*/ 9211614 w 12192000"/>
              <a:gd name="connsiteY24" fmla="*/ 796248 h 1203824"/>
              <a:gd name="connsiteX25" fmla="*/ 9084667 w 12192000"/>
              <a:gd name="connsiteY25" fmla="*/ 815303 h 1203824"/>
              <a:gd name="connsiteX26" fmla="*/ 8863666 w 12192000"/>
              <a:gd name="connsiteY26" fmla="*/ 859298 h 1203824"/>
              <a:gd name="connsiteX27" fmla="*/ 8813796 w 12192000"/>
              <a:gd name="connsiteY27" fmla="*/ 862070 h 1203824"/>
              <a:gd name="connsiteX28" fmla="*/ 8659351 w 12192000"/>
              <a:gd name="connsiteY28" fmla="*/ 882406 h 1203824"/>
              <a:gd name="connsiteX29" fmla="*/ 8571352 w 12192000"/>
              <a:gd name="connsiteY29" fmla="*/ 893639 h 1203824"/>
              <a:gd name="connsiteX30" fmla="*/ 8464106 w 12192000"/>
              <a:gd name="connsiteY30" fmla="*/ 918004 h 1203824"/>
              <a:gd name="connsiteX31" fmla="*/ 8278324 w 12192000"/>
              <a:gd name="connsiteY31" fmla="*/ 963769 h 1203824"/>
              <a:gd name="connsiteX32" fmla="*/ 8229128 w 12192000"/>
              <a:gd name="connsiteY32" fmla="*/ 973810 h 1203824"/>
              <a:gd name="connsiteX33" fmla="*/ 8139751 w 12192000"/>
              <a:gd name="connsiteY33" fmla="*/ 995815 h 1203824"/>
              <a:gd name="connsiteX34" fmla="*/ 8123571 w 12192000"/>
              <a:gd name="connsiteY34" fmla="*/ 999822 h 1203824"/>
              <a:gd name="connsiteX35" fmla="*/ 7988699 w 12192000"/>
              <a:gd name="connsiteY35" fmla="*/ 1042479 h 1203824"/>
              <a:gd name="connsiteX36" fmla="*/ 7917214 w 12192000"/>
              <a:gd name="connsiteY36" fmla="*/ 1054565 h 1203824"/>
              <a:gd name="connsiteX37" fmla="*/ 7710915 w 12192000"/>
              <a:gd name="connsiteY37" fmla="*/ 1084190 h 1203824"/>
              <a:gd name="connsiteX38" fmla="*/ 7622959 w 12192000"/>
              <a:gd name="connsiteY38" fmla="*/ 1093150 h 1203824"/>
              <a:gd name="connsiteX39" fmla="*/ 7410782 w 12192000"/>
              <a:gd name="connsiteY39" fmla="*/ 1109640 h 1203824"/>
              <a:gd name="connsiteX40" fmla="*/ 7277754 w 12192000"/>
              <a:gd name="connsiteY40" fmla="*/ 1121822 h 1203824"/>
              <a:gd name="connsiteX41" fmla="*/ 7124540 w 12192000"/>
              <a:gd name="connsiteY41" fmla="*/ 1132918 h 1203824"/>
              <a:gd name="connsiteX42" fmla="*/ 6949752 w 12192000"/>
              <a:gd name="connsiteY42" fmla="*/ 1151058 h 1203824"/>
              <a:gd name="connsiteX43" fmla="*/ 6630249 w 12192000"/>
              <a:gd name="connsiteY43" fmla="*/ 1176063 h 1203824"/>
              <a:gd name="connsiteX44" fmla="*/ 6320634 w 12192000"/>
              <a:gd name="connsiteY44" fmla="*/ 1198901 h 1203824"/>
              <a:gd name="connsiteX45" fmla="*/ 6192343 w 12192000"/>
              <a:gd name="connsiteY45" fmla="*/ 1198323 h 1203824"/>
              <a:gd name="connsiteX46" fmla="*/ 5966562 w 12192000"/>
              <a:gd name="connsiteY46" fmla="*/ 1203723 h 1203824"/>
              <a:gd name="connsiteX47" fmla="*/ 5867227 w 12192000"/>
              <a:gd name="connsiteY47" fmla="*/ 1201847 h 1203824"/>
              <a:gd name="connsiteX48" fmla="*/ 5630172 w 12192000"/>
              <a:gd name="connsiteY48" fmla="*/ 1202248 h 1203824"/>
              <a:gd name="connsiteX49" fmla="*/ 5348949 w 12192000"/>
              <a:gd name="connsiteY49" fmla="*/ 1191768 h 1203824"/>
              <a:gd name="connsiteX50" fmla="*/ 5241228 w 12192000"/>
              <a:gd name="connsiteY50" fmla="*/ 1192408 h 1203824"/>
              <a:gd name="connsiteX51" fmla="*/ 4971133 w 12192000"/>
              <a:gd name="connsiteY51" fmla="*/ 1193559 h 1203824"/>
              <a:gd name="connsiteX52" fmla="*/ 4869416 w 12192000"/>
              <a:gd name="connsiteY52" fmla="*/ 1200519 h 1203824"/>
              <a:gd name="connsiteX53" fmla="*/ 4753274 w 12192000"/>
              <a:gd name="connsiteY53" fmla="*/ 1200850 h 1203824"/>
              <a:gd name="connsiteX54" fmla="*/ 4611883 w 12192000"/>
              <a:gd name="connsiteY54" fmla="*/ 1192701 h 1203824"/>
              <a:gd name="connsiteX55" fmla="*/ 4376825 w 12192000"/>
              <a:gd name="connsiteY55" fmla="*/ 1184131 h 1203824"/>
              <a:gd name="connsiteX56" fmla="*/ 4285471 w 12192000"/>
              <a:gd name="connsiteY56" fmla="*/ 1187158 h 1203824"/>
              <a:gd name="connsiteX57" fmla="*/ 3866543 w 12192000"/>
              <a:gd name="connsiteY57" fmla="*/ 1181596 h 1203824"/>
              <a:gd name="connsiteX58" fmla="*/ 3651342 w 12192000"/>
              <a:gd name="connsiteY58" fmla="*/ 1174348 h 1203824"/>
              <a:gd name="connsiteX59" fmla="*/ 3518453 w 12192000"/>
              <a:gd name="connsiteY59" fmla="*/ 1177258 h 1203824"/>
              <a:gd name="connsiteX60" fmla="*/ 3400818 w 12192000"/>
              <a:gd name="connsiteY60" fmla="*/ 1169685 h 1203824"/>
              <a:gd name="connsiteX61" fmla="*/ 3037154 w 12192000"/>
              <a:gd name="connsiteY61" fmla="*/ 1153217 h 1203824"/>
              <a:gd name="connsiteX62" fmla="*/ 2866260 w 12192000"/>
              <a:gd name="connsiteY62" fmla="*/ 1132283 h 1203824"/>
              <a:gd name="connsiteX63" fmla="*/ 2582173 w 12192000"/>
              <a:gd name="connsiteY63" fmla="*/ 1088979 h 1203824"/>
              <a:gd name="connsiteX64" fmla="*/ 2395406 w 12192000"/>
              <a:gd name="connsiteY64" fmla="*/ 1035945 h 1203824"/>
              <a:gd name="connsiteX65" fmla="*/ 2294751 w 12192000"/>
              <a:gd name="connsiteY65" fmla="*/ 1014618 h 1203824"/>
              <a:gd name="connsiteX66" fmla="*/ 2122944 w 12192000"/>
              <a:gd name="connsiteY66" fmla="*/ 984751 h 1203824"/>
              <a:gd name="connsiteX67" fmla="*/ 1905504 w 12192000"/>
              <a:gd name="connsiteY67" fmla="*/ 941380 h 1203824"/>
              <a:gd name="connsiteX68" fmla="*/ 1671045 w 12192000"/>
              <a:gd name="connsiteY68" fmla="*/ 924228 h 1203824"/>
              <a:gd name="connsiteX69" fmla="*/ 1543856 w 12192000"/>
              <a:gd name="connsiteY69" fmla="*/ 898190 h 1203824"/>
              <a:gd name="connsiteX70" fmla="*/ 1419784 w 12192000"/>
              <a:gd name="connsiteY70" fmla="*/ 868500 h 1203824"/>
              <a:gd name="connsiteX71" fmla="*/ 1355116 w 12192000"/>
              <a:gd name="connsiteY71" fmla="*/ 849214 h 1203824"/>
              <a:gd name="connsiteX72" fmla="*/ 1223713 w 12192000"/>
              <a:gd name="connsiteY72" fmla="*/ 821702 h 1203824"/>
              <a:gd name="connsiteX73" fmla="*/ 1094193 w 12192000"/>
              <a:gd name="connsiteY73" fmla="*/ 804872 h 1203824"/>
              <a:gd name="connsiteX74" fmla="*/ 1001115 w 12192000"/>
              <a:gd name="connsiteY74" fmla="*/ 783030 h 1203824"/>
              <a:gd name="connsiteX75" fmla="*/ 879548 w 12192000"/>
              <a:gd name="connsiteY75" fmla="*/ 747884 h 1203824"/>
              <a:gd name="connsiteX76" fmla="*/ 711163 w 12192000"/>
              <a:gd name="connsiteY76" fmla="*/ 719039 h 1203824"/>
              <a:gd name="connsiteX77" fmla="*/ 557941 w 12192000"/>
              <a:gd name="connsiteY77" fmla="*/ 707101 h 1203824"/>
              <a:gd name="connsiteX78" fmla="*/ 480347 w 12192000"/>
              <a:gd name="connsiteY78" fmla="*/ 668702 h 1203824"/>
              <a:gd name="connsiteX79" fmla="*/ 296224 w 12192000"/>
              <a:gd name="connsiteY79" fmla="*/ 603583 h 1203824"/>
              <a:gd name="connsiteX80" fmla="*/ 72689 w 12192000"/>
              <a:gd name="connsiteY80" fmla="*/ 560892 h 1203824"/>
              <a:gd name="connsiteX81" fmla="*/ 0 w 12192000"/>
              <a:gd name="connsiteY81" fmla="*/ 543486 h 1203824"/>
              <a:gd name="connsiteX82" fmla="*/ 0 w 12192000"/>
              <a:gd name="connsiteY82" fmla="*/ 384357 h 1203824"/>
              <a:gd name="connsiteX83" fmla="*/ 51784 w 12192000"/>
              <a:gd name="connsiteY83" fmla="*/ 393937 h 1203824"/>
              <a:gd name="connsiteX84" fmla="*/ 205561 w 12192000"/>
              <a:gd name="connsiteY84" fmla="*/ 414859 h 1203824"/>
              <a:gd name="connsiteX85" fmla="*/ 354391 w 12192000"/>
              <a:gd name="connsiteY85" fmla="*/ 426667 h 1203824"/>
              <a:gd name="connsiteX86" fmla="*/ 448281 w 12192000"/>
              <a:gd name="connsiteY86" fmla="*/ 436308 h 1203824"/>
              <a:gd name="connsiteX87" fmla="*/ 611518 w 12192000"/>
              <a:gd name="connsiteY87" fmla="*/ 434166 h 1203824"/>
              <a:gd name="connsiteX88" fmla="*/ 746076 w 12192000"/>
              <a:gd name="connsiteY88" fmla="*/ 422520 h 1203824"/>
              <a:gd name="connsiteX89" fmla="*/ 902724 w 12192000"/>
              <a:gd name="connsiteY89" fmla="*/ 409989 h 1203824"/>
              <a:gd name="connsiteX90" fmla="*/ 1113854 w 12192000"/>
              <a:gd name="connsiteY90" fmla="*/ 414230 h 1203824"/>
              <a:gd name="connsiteX91" fmla="*/ 1333449 w 12192000"/>
              <a:gd name="connsiteY91" fmla="*/ 459938 h 1203824"/>
              <a:gd name="connsiteX92" fmla="*/ 1408608 w 12192000"/>
              <a:gd name="connsiteY92" fmla="*/ 458278 h 1203824"/>
              <a:gd name="connsiteX93" fmla="*/ 1630191 w 12192000"/>
              <a:gd name="connsiteY93" fmla="*/ 403061 h 1203824"/>
              <a:gd name="connsiteX94" fmla="*/ 1956289 w 12192000"/>
              <a:gd name="connsiteY94" fmla="*/ 332366 h 1203824"/>
              <a:gd name="connsiteX95" fmla="*/ 2042814 w 12192000"/>
              <a:gd name="connsiteY95" fmla="*/ 344002 h 1203824"/>
              <a:gd name="connsiteX96" fmla="*/ 2183420 w 12192000"/>
              <a:gd name="connsiteY96" fmla="*/ 369635 h 1203824"/>
              <a:gd name="connsiteX97" fmla="*/ 2269566 w 12192000"/>
              <a:gd name="connsiteY97" fmla="*/ 439859 h 1203824"/>
              <a:gd name="connsiteX98" fmla="*/ 2331129 w 12192000"/>
              <a:gd name="connsiteY98" fmla="*/ 524163 h 1203824"/>
              <a:gd name="connsiteX99" fmla="*/ 2385112 w 12192000"/>
              <a:gd name="connsiteY99" fmla="*/ 555357 h 1203824"/>
              <a:gd name="connsiteX100" fmla="*/ 2444033 w 12192000"/>
              <a:gd name="connsiteY100" fmla="*/ 572629 h 1203824"/>
              <a:gd name="connsiteX101" fmla="*/ 2525979 w 12192000"/>
              <a:gd name="connsiteY101" fmla="*/ 603233 h 1203824"/>
              <a:gd name="connsiteX102" fmla="*/ 2603911 w 12192000"/>
              <a:gd name="connsiteY102" fmla="*/ 684825 h 1203824"/>
              <a:gd name="connsiteX103" fmla="*/ 2678828 w 12192000"/>
              <a:gd name="connsiteY103" fmla="*/ 706990 h 1203824"/>
              <a:gd name="connsiteX104" fmla="*/ 2738094 w 12192000"/>
              <a:gd name="connsiteY104" fmla="*/ 711376 h 1203824"/>
              <a:gd name="connsiteX105" fmla="*/ 2983806 w 12192000"/>
              <a:gd name="connsiteY105" fmla="*/ 728243 h 1203824"/>
              <a:gd name="connsiteX106" fmla="*/ 3013997 w 12192000"/>
              <a:gd name="connsiteY106" fmla="*/ 725446 h 1203824"/>
              <a:gd name="connsiteX107" fmla="*/ 3364419 w 12192000"/>
              <a:gd name="connsiteY107" fmla="*/ 720577 h 1203824"/>
              <a:gd name="connsiteX108" fmla="*/ 3460521 w 12192000"/>
              <a:gd name="connsiteY108" fmla="*/ 717628 h 1203824"/>
              <a:gd name="connsiteX109" fmla="*/ 3710982 w 12192000"/>
              <a:gd name="connsiteY109" fmla="*/ 714182 h 1203824"/>
              <a:gd name="connsiteX110" fmla="*/ 3850961 w 12192000"/>
              <a:gd name="connsiteY110" fmla="*/ 778802 h 1203824"/>
              <a:gd name="connsiteX111" fmla="*/ 3946286 w 12192000"/>
              <a:gd name="connsiteY111" fmla="*/ 816372 h 1203824"/>
              <a:gd name="connsiteX112" fmla="*/ 4065132 w 12192000"/>
              <a:gd name="connsiteY112" fmla="*/ 832459 h 1203824"/>
              <a:gd name="connsiteX113" fmla="*/ 4132173 w 12192000"/>
              <a:gd name="connsiteY113" fmla="*/ 835167 h 1203824"/>
              <a:gd name="connsiteX114" fmla="*/ 4305858 w 12192000"/>
              <a:gd name="connsiteY114" fmla="*/ 804156 h 1203824"/>
              <a:gd name="connsiteX115" fmla="*/ 4382131 w 12192000"/>
              <a:gd name="connsiteY115" fmla="*/ 769481 h 1203824"/>
              <a:gd name="connsiteX116" fmla="*/ 4453289 w 12192000"/>
              <a:gd name="connsiteY116" fmla="*/ 752531 h 1203824"/>
              <a:gd name="connsiteX117" fmla="*/ 4657971 w 12192000"/>
              <a:gd name="connsiteY117" fmla="*/ 795835 h 1203824"/>
              <a:gd name="connsiteX118" fmla="*/ 4682399 w 12192000"/>
              <a:gd name="connsiteY118" fmla="*/ 813876 h 1203824"/>
              <a:gd name="connsiteX119" fmla="*/ 4771814 w 12192000"/>
              <a:gd name="connsiteY119" fmla="*/ 907046 h 1203824"/>
              <a:gd name="connsiteX120" fmla="*/ 4827520 w 12192000"/>
              <a:gd name="connsiteY120" fmla="*/ 929876 h 1203824"/>
              <a:gd name="connsiteX121" fmla="*/ 4849942 w 12192000"/>
              <a:gd name="connsiteY121" fmla="*/ 933851 h 1203824"/>
              <a:gd name="connsiteX122" fmla="*/ 5009626 w 12192000"/>
              <a:gd name="connsiteY122" fmla="*/ 957896 h 1203824"/>
              <a:gd name="connsiteX123" fmla="*/ 5158711 w 12192000"/>
              <a:gd name="connsiteY123" fmla="*/ 963814 h 1203824"/>
              <a:gd name="connsiteX124" fmla="*/ 5376427 w 12192000"/>
              <a:gd name="connsiteY124" fmla="*/ 963151 h 1203824"/>
              <a:gd name="connsiteX125" fmla="*/ 5475787 w 12192000"/>
              <a:gd name="connsiteY125" fmla="*/ 980508 h 1203824"/>
              <a:gd name="connsiteX126" fmla="*/ 5653401 w 12192000"/>
              <a:gd name="connsiteY126" fmla="*/ 987268 h 1203824"/>
              <a:gd name="connsiteX127" fmla="*/ 5726340 w 12192000"/>
              <a:gd name="connsiteY127" fmla="*/ 985357 h 1203824"/>
              <a:gd name="connsiteX128" fmla="*/ 5790563 w 12192000"/>
              <a:gd name="connsiteY128" fmla="*/ 991300 h 1203824"/>
              <a:gd name="connsiteX129" fmla="*/ 5860260 w 12192000"/>
              <a:gd name="connsiteY129" fmla="*/ 1004958 h 1203824"/>
              <a:gd name="connsiteX130" fmla="*/ 6042101 w 12192000"/>
              <a:gd name="connsiteY130" fmla="*/ 1036226 h 1203824"/>
              <a:gd name="connsiteX131" fmla="*/ 6301998 w 12192000"/>
              <a:gd name="connsiteY131" fmla="*/ 989138 h 1203824"/>
              <a:gd name="connsiteX132" fmla="*/ 6452025 w 12192000"/>
              <a:gd name="connsiteY132" fmla="*/ 968489 h 1203824"/>
              <a:gd name="connsiteX133" fmla="*/ 6589205 w 12192000"/>
              <a:gd name="connsiteY133" fmla="*/ 939474 h 1203824"/>
              <a:gd name="connsiteX134" fmla="*/ 6631069 w 12192000"/>
              <a:gd name="connsiteY134" fmla="*/ 911222 h 1203824"/>
              <a:gd name="connsiteX135" fmla="*/ 6828274 w 12192000"/>
              <a:gd name="connsiteY135" fmla="*/ 942941 h 1203824"/>
              <a:gd name="connsiteX136" fmla="*/ 6900803 w 12192000"/>
              <a:gd name="connsiteY136" fmla="*/ 984140 h 1203824"/>
              <a:gd name="connsiteX137" fmla="*/ 7034668 w 12192000"/>
              <a:gd name="connsiteY137" fmla="*/ 1018665 h 1203824"/>
              <a:gd name="connsiteX138" fmla="*/ 7281067 w 12192000"/>
              <a:gd name="connsiteY138" fmla="*/ 966327 h 1203824"/>
              <a:gd name="connsiteX139" fmla="*/ 7412780 w 12192000"/>
              <a:gd name="connsiteY139" fmla="*/ 909206 h 1203824"/>
              <a:gd name="connsiteX140" fmla="*/ 7500327 w 12192000"/>
              <a:gd name="connsiteY140" fmla="*/ 894826 h 1203824"/>
              <a:gd name="connsiteX141" fmla="*/ 7662324 w 12192000"/>
              <a:gd name="connsiteY141" fmla="*/ 927415 h 1203824"/>
              <a:gd name="connsiteX142" fmla="*/ 7725334 w 12192000"/>
              <a:gd name="connsiteY142" fmla="*/ 924844 h 1203824"/>
              <a:gd name="connsiteX143" fmla="*/ 7833279 w 12192000"/>
              <a:gd name="connsiteY143" fmla="*/ 913031 h 1203824"/>
              <a:gd name="connsiteX144" fmla="*/ 7928605 w 12192000"/>
              <a:gd name="connsiteY144" fmla="*/ 881683 h 1203824"/>
              <a:gd name="connsiteX145" fmla="*/ 8146597 w 12192000"/>
              <a:gd name="connsiteY145" fmla="*/ 762968 h 1203824"/>
              <a:gd name="connsiteX146" fmla="*/ 8183577 w 12192000"/>
              <a:gd name="connsiteY146" fmla="*/ 749005 h 1203824"/>
              <a:gd name="connsiteX147" fmla="*/ 8250224 w 12192000"/>
              <a:gd name="connsiteY147" fmla="*/ 733642 h 1203824"/>
              <a:gd name="connsiteX148" fmla="*/ 8505929 w 12192000"/>
              <a:gd name="connsiteY148" fmla="*/ 626542 h 1203824"/>
              <a:gd name="connsiteX149" fmla="*/ 8564194 w 12192000"/>
              <a:gd name="connsiteY149" fmla="*/ 618796 h 1203824"/>
              <a:gd name="connsiteX150" fmla="*/ 8660705 w 12192000"/>
              <a:gd name="connsiteY150" fmla="*/ 611069 h 1203824"/>
              <a:gd name="connsiteX151" fmla="*/ 8762255 w 12192000"/>
              <a:gd name="connsiteY151" fmla="*/ 585060 h 1203824"/>
              <a:gd name="connsiteX152" fmla="*/ 8836439 w 12192000"/>
              <a:gd name="connsiteY152" fmla="*/ 566358 h 1203824"/>
              <a:gd name="connsiteX153" fmla="*/ 9050728 w 12192000"/>
              <a:gd name="connsiteY153" fmla="*/ 559575 h 1203824"/>
              <a:gd name="connsiteX154" fmla="*/ 9229627 w 12192000"/>
              <a:gd name="connsiteY154" fmla="*/ 557464 h 1203824"/>
              <a:gd name="connsiteX155" fmla="*/ 9253451 w 12192000"/>
              <a:gd name="connsiteY155" fmla="*/ 550855 h 1203824"/>
              <a:gd name="connsiteX156" fmla="*/ 9484214 w 12192000"/>
              <a:gd name="connsiteY156" fmla="*/ 498671 h 1203824"/>
              <a:gd name="connsiteX157" fmla="*/ 9582633 w 12192000"/>
              <a:gd name="connsiteY157" fmla="*/ 458384 h 1203824"/>
              <a:gd name="connsiteX158" fmla="*/ 9719670 w 12192000"/>
              <a:gd name="connsiteY158" fmla="*/ 415607 h 1203824"/>
              <a:gd name="connsiteX159" fmla="*/ 9871784 w 12192000"/>
              <a:gd name="connsiteY159" fmla="*/ 366147 h 1203824"/>
              <a:gd name="connsiteX160" fmla="*/ 9984494 w 12192000"/>
              <a:gd name="connsiteY160" fmla="*/ 336660 h 1203824"/>
              <a:gd name="connsiteX161" fmla="*/ 10154708 w 12192000"/>
              <a:gd name="connsiteY161" fmla="*/ 322193 h 1203824"/>
              <a:gd name="connsiteX162" fmla="*/ 10190446 w 12192000"/>
              <a:gd name="connsiteY162" fmla="*/ 325025 h 1203824"/>
              <a:gd name="connsiteX163" fmla="*/ 10530736 w 12192000"/>
              <a:gd name="connsiteY163" fmla="*/ 335953 h 1203824"/>
              <a:gd name="connsiteX164" fmla="*/ 10752157 w 12192000"/>
              <a:gd name="connsiteY164" fmla="*/ 305117 h 1203824"/>
              <a:gd name="connsiteX165" fmla="*/ 10824452 w 12192000"/>
              <a:gd name="connsiteY165" fmla="*/ 285927 h 1203824"/>
              <a:gd name="connsiteX166" fmla="*/ 10953152 w 12192000"/>
              <a:gd name="connsiteY166" fmla="*/ 228102 h 1203824"/>
              <a:gd name="connsiteX167" fmla="*/ 11011614 w 12192000"/>
              <a:gd name="connsiteY167" fmla="*/ 214096 h 1203824"/>
              <a:gd name="connsiteX168" fmla="*/ 11116031 w 12192000"/>
              <a:gd name="connsiteY168" fmla="*/ 195421 h 1203824"/>
              <a:gd name="connsiteX169" fmla="*/ 11344303 w 12192000"/>
              <a:gd name="connsiteY169" fmla="*/ 166629 h 1203824"/>
              <a:gd name="connsiteX170" fmla="*/ 11639050 w 12192000"/>
              <a:gd name="connsiteY170" fmla="*/ 108526 h 1203824"/>
              <a:gd name="connsiteX171" fmla="*/ 11757532 w 12192000"/>
              <a:gd name="connsiteY171" fmla="*/ 96530 h 1203824"/>
              <a:gd name="connsiteX172" fmla="*/ 11885799 w 12192000"/>
              <a:gd name="connsiteY172" fmla="*/ 86728 h 1203824"/>
              <a:gd name="connsiteX173" fmla="*/ 11922874 w 12192000"/>
              <a:gd name="connsiteY173" fmla="*/ 81060 h 1203824"/>
              <a:gd name="connsiteX174" fmla="*/ 12115331 w 12192000"/>
              <a:gd name="connsiteY174" fmla="*/ 33587 h 1203824"/>
              <a:gd name="connsiteX175" fmla="*/ 12158080 w 12192000"/>
              <a:gd name="connsiteY175" fmla="*/ 14081 h 1203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</a:cxnLst>
            <a:rect l="l" t="t" r="r" b="b"/>
            <a:pathLst>
              <a:path w="12192000" h="1203824">
                <a:moveTo>
                  <a:pt x="12192000" y="0"/>
                </a:moveTo>
                <a:lnTo>
                  <a:pt x="12192000" y="463429"/>
                </a:lnTo>
                <a:lnTo>
                  <a:pt x="12190876" y="463512"/>
                </a:lnTo>
                <a:cubicBezTo>
                  <a:pt x="12153133" y="467010"/>
                  <a:pt x="12115042" y="473200"/>
                  <a:pt x="12077245" y="476327"/>
                </a:cubicBezTo>
                <a:cubicBezTo>
                  <a:pt x="12046307" y="479040"/>
                  <a:pt x="12015359" y="479114"/>
                  <a:pt x="11984517" y="479927"/>
                </a:cubicBezTo>
                <a:cubicBezTo>
                  <a:pt x="11973265" y="480210"/>
                  <a:pt x="11961485" y="476792"/>
                  <a:pt x="11951600" y="478957"/>
                </a:cubicBezTo>
                <a:cubicBezTo>
                  <a:pt x="11853497" y="501074"/>
                  <a:pt x="11777036" y="475730"/>
                  <a:pt x="11690904" y="471970"/>
                </a:cubicBezTo>
                <a:cubicBezTo>
                  <a:pt x="11600358" y="467893"/>
                  <a:pt x="11511400" y="454530"/>
                  <a:pt x="11413965" y="476172"/>
                </a:cubicBezTo>
                <a:cubicBezTo>
                  <a:pt x="11355010" y="489304"/>
                  <a:pt x="11299073" y="508237"/>
                  <a:pt x="11240739" y="523169"/>
                </a:cubicBezTo>
                <a:cubicBezTo>
                  <a:pt x="11219994" y="528395"/>
                  <a:pt x="11196384" y="531385"/>
                  <a:pt x="11175005" y="532169"/>
                </a:cubicBezTo>
                <a:cubicBezTo>
                  <a:pt x="11071819" y="536506"/>
                  <a:pt x="10971303" y="549336"/>
                  <a:pt x="10873726" y="580253"/>
                </a:cubicBezTo>
                <a:cubicBezTo>
                  <a:pt x="10856992" y="585473"/>
                  <a:pt x="10839156" y="590660"/>
                  <a:pt x="10821306" y="593207"/>
                </a:cubicBezTo>
                <a:cubicBezTo>
                  <a:pt x="10723500" y="607162"/>
                  <a:pt x="10626924" y="616976"/>
                  <a:pt x="10530811" y="612184"/>
                </a:cubicBezTo>
                <a:cubicBezTo>
                  <a:pt x="10498527" y="610559"/>
                  <a:pt x="10460885" y="619895"/>
                  <a:pt x="10426049" y="623354"/>
                </a:cubicBezTo>
                <a:cubicBezTo>
                  <a:pt x="10393740" y="626644"/>
                  <a:pt x="10360820" y="630774"/>
                  <a:pt x="10329156" y="630948"/>
                </a:cubicBezTo>
                <a:cubicBezTo>
                  <a:pt x="10282924" y="631125"/>
                  <a:pt x="10240698" y="636395"/>
                  <a:pt x="10194727" y="648617"/>
                </a:cubicBezTo>
                <a:cubicBezTo>
                  <a:pt x="10150847" y="660165"/>
                  <a:pt x="10102287" y="664450"/>
                  <a:pt x="10055906" y="671256"/>
                </a:cubicBezTo>
                <a:cubicBezTo>
                  <a:pt x="10004174" y="678826"/>
                  <a:pt x="9952442" y="686395"/>
                  <a:pt x="9900551" y="692855"/>
                </a:cubicBezTo>
                <a:cubicBezTo>
                  <a:pt x="9879793" y="695439"/>
                  <a:pt x="9855180" y="691398"/>
                  <a:pt x="9838464" y="696804"/>
                </a:cubicBezTo>
                <a:cubicBezTo>
                  <a:pt x="9784563" y="714690"/>
                  <a:pt x="9727517" y="710557"/>
                  <a:pt x="9672957" y="723816"/>
                </a:cubicBezTo>
                <a:cubicBezTo>
                  <a:pt x="9646220" y="730464"/>
                  <a:pt x="9614440" y="727257"/>
                  <a:pt x="9585066" y="730692"/>
                </a:cubicBezTo>
                <a:cubicBezTo>
                  <a:pt x="9537047" y="736221"/>
                  <a:pt x="9489294" y="743601"/>
                  <a:pt x="9441407" y="750055"/>
                </a:cubicBezTo>
                <a:cubicBezTo>
                  <a:pt x="9425674" y="752111"/>
                  <a:pt x="9410218" y="753561"/>
                  <a:pt x="9394459" y="755431"/>
                </a:cubicBezTo>
                <a:cubicBezTo>
                  <a:pt x="9380484" y="757048"/>
                  <a:pt x="9365611" y="757472"/>
                  <a:pt x="9352590" y="760650"/>
                </a:cubicBezTo>
                <a:cubicBezTo>
                  <a:pt x="9305415" y="772102"/>
                  <a:pt x="9259379" y="786411"/>
                  <a:pt x="9211614" y="796248"/>
                </a:cubicBezTo>
                <a:cubicBezTo>
                  <a:pt x="9170220" y="804796"/>
                  <a:pt x="9126523" y="807444"/>
                  <a:pt x="9084667" y="815303"/>
                </a:cubicBezTo>
                <a:cubicBezTo>
                  <a:pt x="9010868" y="829042"/>
                  <a:pt x="8937412" y="845188"/>
                  <a:pt x="8863666" y="859298"/>
                </a:cubicBezTo>
                <a:cubicBezTo>
                  <a:pt x="8847706" y="862330"/>
                  <a:pt x="8830271" y="860096"/>
                  <a:pt x="8813796" y="862070"/>
                </a:cubicBezTo>
                <a:cubicBezTo>
                  <a:pt x="8762262" y="868479"/>
                  <a:pt x="8710833" y="875626"/>
                  <a:pt x="8659351" y="882406"/>
                </a:cubicBezTo>
                <a:cubicBezTo>
                  <a:pt x="8630055" y="886396"/>
                  <a:pt x="8600505" y="891179"/>
                  <a:pt x="8571352" y="893639"/>
                </a:cubicBezTo>
                <a:cubicBezTo>
                  <a:pt x="8532843" y="896868"/>
                  <a:pt x="8497743" y="898476"/>
                  <a:pt x="8464106" y="918004"/>
                </a:cubicBezTo>
                <a:cubicBezTo>
                  <a:pt x="8412327" y="948238"/>
                  <a:pt x="8341122" y="949523"/>
                  <a:pt x="8278324" y="963769"/>
                </a:cubicBezTo>
                <a:cubicBezTo>
                  <a:pt x="8262086" y="967408"/>
                  <a:pt x="8245335" y="969987"/>
                  <a:pt x="8229128" y="973810"/>
                </a:cubicBezTo>
                <a:cubicBezTo>
                  <a:pt x="8199180" y="980915"/>
                  <a:pt x="8169646" y="988338"/>
                  <a:pt x="8139751" y="995815"/>
                </a:cubicBezTo>
                <a:cubicBezTo>
                  <a:pt x="8134478" y="997132"/>
                  <a:pt x="8128438" y="998185"/>
                  <a:pt x="8123571" y="999822"/>
                </a:cubicBezTo>
                <a:cubicBezTo>
                  <a:pt x="8078628" y="1014164"/>
                  <a:pt x="8034565" y="1029514"/>
                  <a:pt x="7988699" y="1042479"/>
                </a:cubicBezTo>
                <a:cubicBezTo>
                  <a:pt x="7966302" y="1048884"/>
                  <a:pt x="7941011" y="1052871"/>
                  <a:pt x="7917214" y="1054565"/>
                </a:cubicBezTo>
                <a:cubicBezTo>
                  <a:pt x="7847636" y="1059584"/>
                  <a:pt x="7779165" y="1067276"/>
                  <a:pt x="7710915" y="1084190"/>
                </a:cubicBezTo>
                <a:cubicBezTo>
                  <a:pt x="7683826" y="1090885"/>
                  <a:pt x="7652466" y="1090640"/>
                  <a:pt x="7622959" y="1093150"/>
                </a:cubicBezTo>
                <a:cubicBezTo>
                  <a:pt x="7552361" y="1098691"/>
                  <a:pt x="7481710" y="1103861"/>
                  <a:pt x="7410782" y="1109640"/>
                </a:cubicBezTo>
                <a:cubicBezTo>
                  <a:pt x="7366505" y="1113312"/>
                  <a:pt x="7322030" y="1118147"/>
                  <a:pt x="7277754" y="1121822"/>
                </a:cubicBezTo>
                <a:cubicBezTo>
                  <a:pt x="7226619" y="1125906"/>
                  <a:pt x="7175601" y="1128277"/>
                  <a:pt x="7124540" y="1132918"/>
                </a:cubicBezTo>
                <a:cubicBezTo>
                  <a:pt x="7066293" y="1138207"/>
                  <a:pt x="7008028" y="1145955"/>
                  <a:pt x="6949752" y="1151058"/>
                </a:cubicBezTo>
                <a:cubicBezTo>
                  <a:pt x="6843217" y="1160027"/>
                  <a:pt x="6736882" y="1167834"/>
                  <a:pt x="6630249" y="1176063"/>
                </a:cubicBezTo>
                <a:cubicBezTo>
                  <a:pt x="6526849" y="1184018"/>
                  <a:pt x="6423556" y="1192713"/>
                  <a:pt x="6320634" y="1198901"/>
                </a:cubicBezTo>
                <a:cubicBezTo>
                  <a:pt x="6277297" y="1201496"/>
                  <a:pt x="6235232" y="1197679"/>
                  <a:pt x="6192343" y="1198323"/>
                </a:cubicBezTo>
                <a:cubicBezTo>
                  <a:pt x="6117131" y="1199612"/>
                  <a:pt x="6041418" y="1202485"/>
                  <a:pt x="5966562" y="1203723"/>
                </a:cubicBezTo>
                <a:cubicBezTo>
                  <a:pt x="5933144" y="1204338"/>
                  <a:pt x="5900754" y="1201974"/>
                  <a:pt x="5867227" y="1201847"/>
                </a:cubicBezTo>
                <a:cubicBezTo>
                  <a:pt x="5788180" y="1201796"/>
                  <a:pt x="5708354" y="1203933"/>
                  <a:pt x="5630172" y="1202248"/>
                </a:cubicBezTo>
                <a:cubicBezTo>
                  <a:pt x="5535908" y="1200213"/>
                  <a:pt x="5442984" y="1194779"/>
                  <a:pt x="5348949" y="1191768"/>
                </a:cubicBezTo>
                <a:cubicBezTo>
                  <a:pt x="5313810" y="1190551"/>
                  <a:pt x="5277251" y="1192179"/>
                  <a:pt x="5241228" y="1192408"/>
                </a:cubicBezTo>
                <a:cubicBezTo>
                  <a:pt x="5151316" y="1192775"/>
                  <a:pt x="5061657" y="1192349"/>
                  <a:pt x="4971133" y="1193559"/>
                </a:cubicBezTo>
                <a:cubicBezTo>
                  <a:pt x="4937685" y="1193988"/>
                  <a:pt x="4903114" y="1199299"/>
                  <a:pt x="4869416" y="1200519"/>
                </a:cubicBezTo>
                <a:cubicBezTo>
                  <a:pt x="4830283" y="1201947"/>
                  <a:pt x="4791348" y="1202215"/>
                  <a:pt x="4753274" y="1200850"/>
                </a:cubicBezTo>
                <a:cubicBezTo>
                  <a:pt x="4705682" y="1199144"/>
                  <a:pt x="4659172" y="1194829"/>
                  <a:pt x="4611883" y="1192701"/>
                </a:cubicBezTo>
                <a:cubicBezTo>
                  <a:pt x="4533819" y="1189298"/>
                  <a:pt x="4455420" y="1186135"/>
                  <a:pt x="4376825" y="1184131"/>
                </a:cubicBezTo>
                <a:cubicBezTo>
                  <a:pt x="4347226" y="1183446"/>
                  <a:pt x="4315374" y="1187423"/>
                  <a:pt x="4285471" y="1187158"/>
                </a:cubicBezTo>
                <a:cubicBezTo>
                  <a:pt x="4145774" y="1185753"/>
                  <a:pt x="4006046" y="1184162"/>
                  <a:pt x="3866543" y="1181596"/>
                </a:cubicBezTo>
                <a:cubicBezTo>
                  <a:pt x="3794230" y="1180207"/>
                  <a:pt x="3723633" y="1175551"/>
                  <a:pt x="3651342" y="1174348"/>
                </a:cubicBezTo>
                <a:cubicBezTo>
                  <a:pt x="3607885" y="1173562"/>
                  <a:pt x="3561907" y="1178044"/>
                  <a:pt x="3518453" y="1177258"/>
                </a:cubicBezTo>
                <a:cubicBezTo>
                  <a:pt x="3478287" y="1176568"/>
                  <a:pt x="3440399" y="1171400"/>
                  <a:pt x="3400818" y="1169685"/>
                </a:cubicBezTo>
                <a:cubicBezTo>
                  <a:pt x="3279824" y="1164099"/>
                  <a:pt x="3157310" y="1160621"/>
                  <a:pt x="3037154" y="1153217"/>
                </a:cubicBezTo>
                <a:cubicBezTo>
                  <a:pt x="2978373" y="1149708"/>
                  <a:pt x="2922429" y="1140508"/>
                  <a:pt x="2866260" y="1132283"/>
                </a:cubicBezTo>
                <a:cubicBezTo>
                  <a:pt x="2771049" y="1118489"/>
                  <a:pt x="2677107" y="1103380"/>
                  <a:pt x="2582173" y="1088979"/>
                </a:cubicBezTo>
                <a:cubicBezTo>
                  <a:pt x="2511090" y="1078352"/>
                  <a:pt x="2447356" y="1063086"/>
                  <a:pt x="2395406" y="1035945"/>
                </a:cubicBezTo>
                <a:cubicBezTo>
                  <a:pt x="2371411" y="1023508"/>
                  <a:pt x="2331675" y="1015582"/>
                  <a:pt x="2294751" y="1014618"/>
                </a:cubicBezTo>
                <a:cubicBezTo>
                  <a:pt x="2228580" y="1012920"/>
                  <a:pt x="2177384" y="998698"/>
                  <a:pt x="2122944" y="984751"/>
                </a:cubicBezTo>
                <a:cubicBezTo>
                  <a:pt x="2054121" y="967003"/>
                  <a:pt x="1981585" y="951294"/>
                  <a:pt x="1905504" y="941380"/>
                </a:cubicBezTo>
                <a:cubicBezTo>
                  <a:pt x="1830544" y="931682"/>
                  <a:pt x="1747929" y="932141"/>
                  <a:pt x="1671045" y="924228"/>
                </a:cubicBezTo>
                <a:cubicBezTo>
                  <a:pt x="1625936" y="919523"/>
                  <a:pt x="1585613" y="907528"/>
                  <a:pt x="1543856" y="898190"/>
                </a:cubicBezTo>
                <a:cubicBezTo>
                  <a:pt x="1502093" y="888855"/>
                  <a:pt x="1460606" y="878913"/>
                  <a:pt x="1419784" y="868500"/>
                </a:cubicBezTo>
                <a:cubicBezTo>
                  <a:pt x="1397486" y="862806"/>
                  <a:pt x="1378078" y="854435"/>
                  <a:pt x="1355116" y="849214"/>
                </a:cubicBezTo>
                <a:cubicBezTo>
                  <a:pt x="1311848" y="839527"/>
                  <a:pt x="1265353" y="832754"/>
                  <a:pt x="1223713" y="821702"/>
                </a:cubicBezTo>
                <a:cubicBezTo>
                  <a:pt x="1183577" y="811001"/>
                  <a:pt x="1138864" y="809072"/>
                  <a:pt x="1094193" y="804872"/>
                </a:cubicBezTo>
                <a:cubicBezTo>
                  <a:pt x="1060244" y="801784"/>
                  <a:pt x="1034230" y="787936"/>
                  <a:pt x="1001115" y="783030"/>
                </a:cubicBezTo>
                <a:cubicBezTo>
                  <a:pt x="953853" y="775990"/>
                  <a:pt x="916853" y="764276"/>
                  <a:pt x="879548" y="747884"/>
                </a:cubicBezTo>
                <a:cubicBezTo>
                  <a:pt x="837586" y="729513"/>
                  <a:pt x="770061" y="725929"/>
                  <a:pt x="711163" y="719039"/>
                </a:cubicBezTo>
                <a:cubicBezTo>
                  <a:pt x="661152" y="713146"/>
                  <a:pt x="604343" y="715774"/>
                  <a:pt x="557941" y="707101"/>
                </a:cubicBezTo>
                <a:cubicBezTo>
                  <a:pt x="525381" y="700984"/>
                  <a:pt x="499355" y="684493"/>
                  <a:pt x="480347" y="668702"/>
                </a:cubicBezTo>
                <a:cubicBezTo>
                  <a:pt x="437718" y="632865"/>
                  <a:pt x="370204" y="616630"/>
                  <a:pt x="296224" y="603583"/>
                </a:cubicBezTo>
                <a:cubicBezTo>
                  <a:pt x="220741" y="590184"/>
                  <a:pt x="148480" y="573869"/>
                  <a:pt x="72689" y="560892"/>
                </a:cubicBezTo>
                <a:lnTo>
                  <a:pt x="0" y="543486"/>
                </a:lnTo>
                <a:lnTo>
                  <a:pt x="0" y="384357"/>
                </a:lnTo>
                <a:lnTo>
                  <a:pt x="51784" y="393937"/>
                </a:lnTo>
                <a:cubicBezTo>
                  <a:pt x="104770" y="397707"/>
                  <a:pt x="153378" y="409086"/>
                  <a:pt x="205561" y="414859"/>
                </a:cubicBezTo>
                <a:cubicBezTo>
                  <a:pt x="254062" y="420400"/>
                  <a:pt x="305001" y="422574"/>
                  <a:pt x="354391" y="426667"/>
                </a:cubicBezTo>
                <a:cubicBezTo>
                  <a:pt x="386450" y="429269"/>
                  <a:pt x="420771" y="429847"/>
                  <a:pt x="448281" y="436308"/>
                </a:cubicBezTo>
                <a:cubicBezTo>
                  <a:pt x="499904" y="448391"/>
                  <a:pt x="551004" y="446576"/>
                  <a:pt x="611518" y="434166"/>
                </a:cubicBezTo>
                <a:cubicBezTo>
                  <a:pt x="654695" y="425361"/>
                  <a:pt x="702395" y="422710"/>
                  <a:pt x="746076" y="422520"/>
                </a:cubicBezTo>
                <a:cubicBezTo>
                  <a:pt x="798481" y="422218"/>
                  <a:pt x="848400" y="419817"/>
                  <a:pt x="902724" y="409989"/>
                </a:cubicBezTo>
                <a:cubicBezTo>
                  <a:pt x="977291" y="396518"/>
                  <a:pt x="1048428" y="397321"/>
                  <a:pt x="1113854" y="414230"/>
                </a:cubicBezTo>
                <a:cubicBezTo>
                  <a:pt x="1184155" y="432145"/>
                  <a:pt x="1258677" y="446437"/>
                  <a:pt x="1333449" y="459938"/>
                </a:cubicBezTo>
                <a:cubicBezTo>
                  <a:pt x="1354772" y="463883"/>
                  <a:pt x="1385284" y="463304"/>
                  <a:pt x="1408608" y="458278"/>
                </a:cubicBezTo>
                <a:cubicBezTo>
                  <a:pt x="1483492" y="441930"/>
                  <a:pt x="1561495" y="427025"/>
                  <a:pt x="1630191" y="403061"/>
                </a:cubicBezTo>
                <a:cubicBezTo>
                  <a:pt x="1735315" y="366348"/>
                  <a:pt x="1840887" y="337881"/>
                  <a:pt x="1956289" y="332366"/>
                </a:cubicBezTo>
                <a:cubicBezTo>
                  <a:pt x="1986669" y="330865"/>
                  <a:pt x="2019100" y="336056"/>
                  <a:pt x="2042814" y="344002"/>
                </a:cubicBezTo>
                <a:cubicBezTo>
                  <a:pt x="2085261" y="358150"/>
                  <a:pt x="2126350" y="370413"/>
                  <a:pt x="2183420" y="369635"/>
                </a:cubicBezTo>
                <a:cubicBezTo>
                  <a:pt x="2235035" y="368879"/>
                  <a:pt x="2279659" y="405942"/>
                  <a:pt x="2269566" y="439859"/>
                </a:cubicBezTo>
                <a:cubicBezTo>
                  <a:pt x="2258267" y="478101"/>
                  <a:pt x="2277762" y="504964"/>
                  <a:pt x="2331129" y="524163"/>
                </a:cubicBezTo>
                <a:cubicBezTo>
                  <a:pt x="2352980" y="531807"/>
                  <a:pt x="2364861" y="546162"/>
                  <a:pt x="2385112" y="555357"/>
                </a:cubicBezTo>
                <a:cubicBezTo>
                  <a:pt x="2401860" y="562976"/>
                  <a:pt x="2421927" y="570875"/>
                  <a:pt x="2444033" y="572629"/>
                </a:cubicBezTo>
                <a:cubicBezTo>
                  <a:pt x="2483469" y="575878"/>
                  <a:pt x="2509763" y="584022"/>
                  <a:pt x="2525979" y="603233"/>
                </a:cubicBezTo>
                <a:cubicBezTo>
                  <a:pt x="2549282" y="631254"/>
                  <a:pt x="2578520" y="657481"/>
                  <a:pt x="2603911" y="684825"/>
                </a:cubicBezTo>
                <a:cubicBezTo>
                  <a:pt x="2618910" y="700624"/>
                  <a:pt x="2643515" y="707120"/>
                  <a:pt x="2678828" y="706990"/>
                </a:cubicBezTo>
                <a:cubicBezTo>
                  <a:pt x="2699243" y="707100"/>
                  <a:pt x="2725615" y="705603"/>
                  <a:pt x="2738094" y="711376"/>
                </a:cubicBezTo>
                <a:cubicBezTo>
                  <a:pt x="2805960" y="742855"/>
                  <a:pt x="2895980" y="733032"/>
                  <a:pt x="2983806" y="728243"/>
                </a:cubicBezTo>
                <a:cubicBezTo>
                  <a:pt x="2993929" y="727744"/>
                  <a:pt x="3004007" y="726871"/>
                  <a:pt x="3013997" y="725446"/>
                </a:cubicBezTo>
                <a:cubicBezTo>
                  <a:pt x="3136002" y="707474"/>
                  <a:pt x="3250133" y="713470"/>
                  <a:pt x="3364419" y="720577"/>
                </a:cubicBezTo>
                <a:cubicBezTo>
                  <a:pt x="3394563" y="722507"/>
                  <a:pt x="3428050" y="719807"/>
                  <a:pt x="3460521" y="717628"/>
                </a:cubicBezTo>
                <a:cubicBezTo>
                  <a:pt x="3545330" y="712137"/>
                  <a:pt x="3633314" y="698262"/>
                  <a:pt x="3710982" y="714182"/>
                </a:cubicBezTo>
                <a:cubicBezTo>
                  <a:pt x="3772122" y="726607"/>
                  <a:pt x="3825029" y="745116"/>
                  <a:pt x="3850961" y="778802"/>
                </a:cubicBezTo>
                <a:cubicBezTo>
                  <a:pt x="3868395" y="801427"/>
                  <a:pt x="3898481" y="813185"/>
                  <a:pt x="3946286" y="816372"/>
                </a:cubicBezTo>
                <a:cubicBezTo>
                  <a:pt x="3987480" y="819179"/>
                  <a:pt x="4025130" y="827781"/>
                  <a:pt x="4065132" y="832459"/>
                </a:cubicBezTo>
                <a:cubicBezTo>
                  <a:pt x="4086246" y="834922"/>
                  <a:pt x="4110400" y="838274"/>
                  <a:pt x="4132173" y="835167"/>
                </a:cubicBezTo>
                <a:cubicBezTo>
                  <a:pt x="4190358" y="826865"/>
                  <a:pt x="4249453" y="817300"/>
                  <a:pt x="4305858" y="804156"/>
                </a:cubicBezTo>
                <a:cubicBezTo>
                  <a:pt x="4334041" y="797490"/>
                  <a:pt x="4360739" y="782919"/>
                  <a:pt x="4382131" y="769481"/>
                </a:cubicBezTo>
                <a:cubicBezTo>
                  <a:pt x="4404161" y="755388"/>
                  <a:pt x="4425552" y="747047"/>
                  <a:pt x="4453289" y="752531"/>
                </a:cubicBezTo>
                <a:cubicBezTo>
                  <a:pt x="4522267" y="766292"/>
                  <a:pt x="4590589" y="780524"/>
                  <a:pt x="4657971" y="795835"/>
                </a:cubicBezTo>
                <a:cubicBezTo>
                  <a:pt x="4669645" y="798513"/>
                  <a:pt x="4675987" y="807238"/>
                  <a:pt x="4682399" y="813876"/>
                </a:cubicBezTo>
                <a:cubicBezTo>
                  <a:pt x="4712325" y="844914"/>
                  <a:pt x="4739115" y="876968"/>
                  <a:pt x="4771814" y="907046"/>
                </a:cubicBezTo>
                <a:cubicBezTo>
                  <a:pt x="4783117" y="917329"/>
                  <a:pt x="4807945" y="922850"/>
                  <a:pt x="4827520" y="929876"/>
                </a:cubicBezTo>
                <a:cubicBezTo>
                  <a:pt x="4833681" y="932206"/>
                  <a:pt x="4845543" y="931081"/>
                  <a:pt x="4849942" y="933851"/>
                </a:cubicBezTo>
                <a:cubicBezTo>
                  <a:pt x="4888949" y="959631"/>
                  <a:pt x="4951287" y="954890"/>
                  <a:pt x="5009626" y="957896"/>
                </a:cubicBezTo>
                <a:cubicBezTo>
                  <a:pt x="5059523" y="960407"/>
                  <a:pt x="5111928" y="960104"/>
                  <a:pt x="5158711" y="963814"/>
                </a:cubicBezTo>
                <a:cubicBezTo>
                  <a:pt x="5231307" y="969696"/>
                  <a:pt x="5298173" y="973751"/>
                  <a:pt x="5376427" y="963151"/>
                </a:cubicBezTo>
                <a:cubicBezTo>
                  <a:pt x="5408579" y="958754"/>
                  <a:pt x="5448461" y="970245"/>
                  <a:pt x="5475787" y="980508"/>
                </a:cubicBezTo>
                <a:cubicBezTo>
                  <a:pt x="5528518" y="1000363"/>
                  <a:pt x="5584839" y="1001958"/>
                  <a:pt x="5653401" y="987268"/>
                </a:cubicBezTo>
                <a:cubicBezTo>
                  <a:pt x="5676008" y="982341"/>
                  <a:pt x="5702558" y="984595"/>
                  <a:pt x="5726340" y="985357"/>
                </a:cubicBezTo>
                <a:cubicBezTo>
                  <a:pt x="5748643" y="985952"/>
                  <a:pt x="5770110" y="988364"/>
                  <a:pt x="5790563" y="991300"/>
                </a:cubicBezTo>
                <a:cubicBezTo>
                  <a:pt x="5815128" y="994969"/>
                  <a:pt x="5845522" y="996110"/>
                  <a:pt x="5860260" y="1004958"/>
                </a:cubicBezTo>
                <a:cubicBezTo>
                  <a:pt x="5906803" y="1032493"/>
                  <a:pt x="5977069" y="1037385"/>
                  <a:pt x="6042101" y="1036226"/>
                </a:cubicBezTo>
                <a:cubicBezTo>
                  <a:pt x="6128232" y="1034888"/>
                  <a:pt x="6222269" y="1027704"/>
                  <a:pt x="6301998" y="989138"/>
                </a:cubicBezTo>
                <a:cubicBezTo>
                  <a:pt x="6349672" y="965909"/>
                  <a:pt x="6396952" y="955198"/>
                  <a:pt x="6452025" y="968489"/>
                </a:cubicBezTo>
                <a:cubicBezTo>
                  <a:pt x="6489401" y="977695"/>
                  <a:pt x="6558002" y="960731"/>
                  <a:pt x="6589205" y="939474"/>
                </a:cubicBezTo>
                <a:cubicBezTo>
                  <a:pt x="6600499" y="931821"/>
                  <a:pt x="6612148" y="924116"/>
                  <a:pt x="6631069" y="911222"/>
                </a:cubicBezTo>
                <a:cubicBezTo>
                  <a:pt x="6674305" y="951313"/>
                  <a:pt x="6752346" y="944332"/>
                  <a:pt x="6828274" y="942941"/>
                </a:cubicBezTo>
                <a:cubicBezTo>
                  <a:pt x="6874780" y="942157"/>
                  <a:pt x="6889173" y="963896"/>
                  <a:pt x="6900803" y="984140"/>
                </a:cubicBezTo>
                <a:cubicBezTo>
                  <a:pt x="6921316" y="1020676"/>
                  <a:pt x="6959796" y="1032557"/>
                  <a:pt x="7034668" y="1018665"/>
                </a:cubicBezTo>
                <a:cubicBezTo>
                  <a:pt x="7117337" y="1003282"/>
                  <a:pt x="7199637" y="985309"/>
                  <a:pt x="7281067" y="966327"/>
                </a:cubicBezTo>
                <a:cubicBezTo>
                  <a:pt x="7332521" y="954266"/>
                  <a:pt x="7378029" y="936255"/>
                  <a:pt x="7412780" y="909206"/>
                </a:cubicBezTo>
                <a:cubicBezTo>
                  <a:pt x="7446535" y="882864"/>
                  <a:pt x="7455445" y="884046"/>
                  <a:pt x="7500327" y="894826"/>
                </a:cubicBezTo>
                <a:cubicBezTo>
                  <a:pt x="7552743" y="907363"/>
                  <a:pt x="7606735" y="918164"/>
                  <a:pt x="7662324" y="927415"/>
                </a:cubicBezTo>
                <a:cubicBezTo>
                  <a:pt x="7679867" y="930387"/>
                  <a:pt x="7704114" y="926740"/>
                  <a:pt x="7725334" y="924844"/>
                </a:cubicBezTo>
                <a:cubicBezTo>
                  <a:pt x="7761320" y="921787"/>
                  <a:pt x="7798617" y="920242"/>
                  <a:pt x="7833279" y="913031"/>
                </a:cubicBezTo>
                <a:cubicBezTo>
                  <a:pt x="7866516" y="906023"/>
                  <a:pt x="7898634" y="893700"/>
                  <a:pt x="7928605" y="881683"/>
                </a:cubicBezTo>
                <a:cubicBezTo>
                  <a:pt x="8012311" y="848025"/>
                  <a:pt x="8088138" y="810205"/>
                  <a:pt x="8146597" y="762968"/>
                </a:cubicBezTo>
                <a:cubicBezTo>
                  <a:pt x="8154091" y="756800"/>
                  <a:pt x="8170249" y="752606"/>
                  <a:pt x="8183577" y="749005"/>
                </a:cubicBezTo>
                <a:cubicBezTo>
                  <a:pt x="8205312" y="743071"/>
                  <a:pt x="8227788" y="737222"/>
                  <a:pt x="8250224" y="733642"/>
                </a:cubicBezTo>
                <a:cubicBezTo>
                  <a:pt x="8359189" y="716209"/>
                  <a:pt x="8441164" y="678078"/>
                  <a:pt x="8505929" y="626542"/>
                </a:cubicBezTo>
                <a:cubicBezTo>
                  <a:pt x="8524585" y="611796"/>
                  <a:pt x="8540107" y="608259"/>
                  <a:pt x="8564194" y="618796"/>
                </a:cubicBezTo>
                <a:cubicBezTo>
                  <a:pt x="8592162" y="631043"/>
                  <a:pt x="8628032" y="619507"/>
                  <a:pt x="8660705" y="611069"/>
                </a:cubicBezTo>
                <a:cubicBezTo>
                  <a:pt x="8694442" y="602479"/>
                  <a:pt x="8728514" y="593651"/>
                  <a:pt x="8762255" y="585060"/>
                </a:cubicBezTo>
                <a:cubicBezTo>
                  <a:pt x="8787227" y="578855"/>
                  <a:pt x="8811899" y="573069"/>
                  <a:pt x="8836439" y="566358"/>
                </a:cubicBezTo>
                <a:cubicBezTo>
                  <a:pt x="8912856" y="545447"/>
                  <a:pt x="8983243" y="538425"/>
                  <a:pt x="9050728" y="559575"/>
                </a:cubicBezTo>
                <a:cubicBezTo>
                  <a:pt x="9102219" y="575830"/>
                  <a:pt x="9164950" y="573868"/>
                  <a:pt x="9229627" y="557464"/>
                </a:cubicBezTo>
                <a:cubicBezTo>
                  <a:pt x="9237706" y="555368"/>
                  <a:pt x="9247529" y="550190"/>
                  <a:pt x="9253451" y="550855"/>
                </a:cubicBezTo>
                <a:cubicBezTo>
                  <a:pt x="9342568" y="560232"/>
                  <a:pt x="9405310" y="512383"/>
                  <a:pt x="9484214" y="498671"/>
                </a:cubicBezTo>
                <a:cubicBezTo>
                  <a:pt x="9519035" y="492570"/>
                  <a:pt x="9552778" y="473783"/>
                  <a:pt x="9582633" y="458384"/>
                </a:cubicBezTo>
                <a:cubicBezTo>
                  <a:pt x="9623689" y="437231"/>
                  <a:pt x="9660183" y="417297"/>
                  <a:pt x="9719670" y="415607"/>
                </a:cubicBezTo>
                <a:cubicBezTo>
                  <a:pt x="9779189" y="414101"/>
                  <a:pt x="9830940" y="393878"/>
                  <a:pt x="9871784" y="366147"/>
                </a:cubicBezTo>
                <a:cubicBezTo>
                  <a:pt x="9903014" y="345075"/>
                  <a:pt x="9939570" y="338349"/>
                  <a:pt x="9984494" y="336660"/>
                </a:cubicBezTo>
                <a:cubicBezTo>
                  <a:pt x="10040642" y="334503"/>
                  <a:pt x="10098165" y="326674"/>
                  <a:pt x="10154708" y="322193"/>
                </a:cubicBezTo>
                <a:cubicBezTo>
                  <a:pt x="10166953" y="321201"/>
                  <a:pt x="10182669" y="321603"/>
                  <a:pt x="10190446" y="325025"/>
                </a:cubicBezTo>
                <a:cubicBezTo>
                  <a:pt x="10285769" y="367692"/>
                  <a:pt x="10408999" y="350677"/>
                  <a:pt x="10530736" y="335953"/>
                </a:cubicBezTo>
                <a:cubicBezTo>
                  <a:pt x="10604506" y="327127"/>
                  <a:pt x="10678397" y="316584"/>
                  <a:pt x="10752157" y="305117"/>
                </a:cubicBezTo>
                <a:cubicBezTo>
                  <a:pt x="10777120" y="301365"/>
                  <a:pt x="10803110" y="294636"/>
                  <a:pt x="10824452" y="285927"/>
                </a:cubicBezTo>
                <a:cubicBezTo>
                  <a:pt x="10868837" y="267698"/>
                  <a:pt x="10909147" y="246465"/>
                  <a:pt x="10953152" y="228102"/>
                </a:cubicBezTo>
                <a:cubicBezTo>
                  <a:pt x="10969622" y="221030"/>
                  <a:pt x="10991730" y="217688"/>
                  <a:pt x="11011614" y="214096"/>
                </a:cubicBezTo>
                <a:cubicBezTo>
                  <a:pt x="11046743" y="207573"/>
                  <a:pt x="11086641" y="206412"/>
                  <a:pt x="11116031" y="195421"/>
                </a:cubicBezTo>
                <a:cubicBezTo>
                  <a:pt x="11192467" y="166956"/>
                  <a:pt x="11266913" y="160299"/>
                  <a:pt x="11344303" y="166629"/>
                </a:cubicBezTo>
                <a:cubicBezTo>
                  <a:pt x="11452657" y="175527"/>
                  <a:pt x="11551626" y="159519"/>
                  <a:pt x="11639050" y="108526"/>
                </a:cubicBezTo>
                <a:cubicBezTo>
                  <a:pt x="11678385" y="85543"/>
                  <a:pt x="11720243" y="87879"/>
                  <a:pt x="11757532" y="96530"/>
                </a:cubicBezTo>
                <a:cubicBezTo>
                  <a:pt x="11800499" y="106640"/>
                  <a:pt x="11840704" y="105056"/>
                  <a:pt x="11885799" y="86728"/>
                </a:cubicBezTo>
                <a:cubicBezTo>
                  <a:pt x="11895784" y="82659"/>
                  <a:pt x="11910604" y="81867"/>
                  <a:pt x="11922874" y="81060"/>
                </a:cubicBezTo>
                <a:cubicBezTo>
                  <a:pt x="11992783" y="75806"/>
                  <a:pt x="12063500" y="73647"/>
                  <a:pt x="12115331" y="33587"/>
                </a:cubicBezTo>
                <a:cubicBezTo>
                  <a:pt x="12125500" y="25715"/>
                  <a:pt x="12143693" y="20477"/>
                  <a:pt x="12158080" y="1408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31377-E835-4FB9-79B4-E2C4E87C7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7920" y="3299198"/>
            <a:ext cx="7376160" cy="279680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With a p-value of 0.0009715&lt;0.05, at 5% significance level,  I have enough evidence to reject the null hypothesis and conclude that increasing my calorie intake from 2500 calories to 3500 calories leads to greater weight gain.</a:t>
            </a:r>
          </a:p>
        </p:txBody>
      </p:sp>
    </p:spTree>
    <p:extLst>
      <p:ext uri="{BB962C8B-B14F-4D97-AF65-F5344CB8AC3E}">
        <p14:creationId xmlns:p14="http://schemas.microsoft.com/office/powerpoint/2010/main" val="2267875475"/>
      </p:ext>
    </p:extLst>
  </p:cSld>
  <p:clrMapOvr>
    <a:masterClrMapping/>
  </p:clrMapOvr>
</p:sld>
</file>

<file path=ppt/theme/theme1.xml><?xml version="1.0" encoding="utf-8"?>
<a:theme xmlns:a="http://schemas.openxmlformats.org/drawingml/2006/main" name="TornVTI">
  <a:themeElements>
    <a:clrScheme name="Custom 1">
      <a:dk1>
        <a:sysClr val="windowText" lastClr="000000"/>
      </a:dk1>
      <a:lt1>
        <a:sysClr val="window" lastClr="FFFFFF"/>
      </a:lt1>
      <a:dk2>
        <a:srgbClr val="131523"/>
      </a:dk2>
      <a:lt2>
        <a:srgbClr val="E7E6E6"/>
      </a:lt2>
      <a:accent1>
        <a:srgbClr val="3FB96C"/>
      </a:accent1>
      <a:accent2>
        <a:srgbClr val="699EFA"/>
      </a:accent2>
      <a:accent3>
        <a:srgbClr val="8039C1"/>
      </a:accent3>
      <a:accent4>
        <a:srgbClr val="D1971A"/>
      </a:accent4>
      <a:accent5>
        <a:srgbClr val="E62B59"/>
      </a:accent5>
      <a:accent6>
        <a:srgbClr val="9CA2AB"/>
      </a:accent6>
      <a:hlink>
        <a:srgbClr val="FFFFFF"/>
      </a:hlink>
      <a:folHlink>
        <a:srgbClr val="57618E"/>
      </a:folHlink>
    </a:clrScheme>
    <a:fontScheme name="Torn">
      <a:majorFont>
        <a:latin typeface="Verdana Pro Cond SemiBold"/>
        <a:ea typeface=""/>
        <a:cs typeface=""/>
      </a:majorFont>
      <a:minorFont>
        <a:latin typeface="Verdana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ornVTI" id="{D93270A2-BAD7-4DCC-9D1D-3427EACCFA88}" vid="{1B17486C-9B79-43FC-98F9-5BF7AA5600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493</TotalTime>
  <Words>169</Words>
  <Application>Microsoft Macintosh PowerPoint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Verdana Pro</vt:lpstr>
      <vt:lpstr>Verdana Pro Cond SemiBold</vt:lpstr>
      <vt:lpstr>TornVTI</vt:lpstr>
      <vt:lpstr>CALORIE INTAKE AND WEIGHT GAIN ANALYSIS</vt:lpstr>
      <vt:lpstr>Question asked:</vt:lpstr>
      <vt:lpstr>Line graph showing weight gain trend </vt:lpstr>
      <vt:lpstr>Hypothesis testing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Nyagesuka, Derrick O</dc:creator>
  <cp:lastModifiedBy>Nyagesuka, Derrick O</cp:lastModifiedBy>
  <cp:revision>2</cp:revision>
  <dcterms:created xsi:type="dcterms:W3CDTF">2025-04-30T03:20:06Z</dcterms:created>
  <dcterms:modified xsi:type="dcterms:W3CDTF">2025-04-30T11:33:39Z</dcterms:modified>
</cp:coreProperties>
</file>